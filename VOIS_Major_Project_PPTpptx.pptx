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6"/>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x="18288000" cy="10287000"/>
  <p:notesSz cx="6858000" cy="9144000"/>
  <p:embeddedFontLst>
    <p:embeddedFont>
      <p:font typeface="Trebuchet MS" charset="1" panose="020B0603020202020204"/>
      <p:regular r:id="rId23"/>
    </p:embeddedFont>
    <p:embeddedFont>
      <p:font typeface="Trebuchet MS Bold" charset="1" panose="020B0703020202020204"/>
      <p:regular r:id="rId24"/>
    </p:embeddedFont>
    <p:embeddedFont>
      <p:font typeface="Cooper BT Bold" charset="1" panose="0208080404030B020404"/>
      <p:regular r:id="rId25"/>
    </p:embeddedFont>
    <p:embeddedFont>
      <p:font typeface="Arimo" charset="1" panose="020B0604020202020204"/>
      <p:regular r:id="rId29"/>
    </p:embeddedFont>
    <p:embeddedFont>
      <p:font typeface="Helvetica World Bold" charset="1" panose="020B0800040000020004"/>
      <p:regular r:id="rId30"/>
    </p:embeddedFont>
    <p:embeddedFont>
      <p:font typeface="Helvetica World" charset="1" panose="020B0500040000020004"/>
      <p:regular r:id="rId3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notesMasters/notesMaster1.xml" Type="http://schemas.openxmlformats.org/officeDocument/2006/relationships/notesMaster"/><Relationship Id="rId27" Target="theme/theme2.xml" Type="http://schemas.openxmlformats.org/officeDocument/2006/relationships/theme"/><Relationship Id="rId28" Target="notesSlides/notesSlide1.xml" Type="http://schemas.openxmlformats.org/officeDocument/2006/relationships/notesSlide"/><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jpe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 Id="rId8" Target="../media/image7.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8.png" Type="http://schemas.openxmlformats.org/officeDocument/2006/relationships/image"/><Relationship Id="rId4" Target="../media/image2.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jpeg" Type="http://schemas.openxmlformats.org/officeDocument/2006/relationships/image"/><Relationship Id="rId4" Target="../media/image9.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0.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jpeg" Type="http://schemas.openxmlformats.org/officeDocument/2006/relationships/image"/><Relationship Id="rId4" Target="../media/image9.png" Type="http://schemas.openxmlformats.org/officeDocument/2006/relationships/image"/><Relationship Id="rId5" Target="../media/image11.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jpeg" Type="http://schemas.openxmlformats.org/officeDocument/2006/relationships/image"/><Relationship Id="rId4" Target="../media/image12.png" Type="http://schemas.openxmlformats.org/officeDocument/2006/relationships/image"/><Relationship Id="rId5" Target="../media/image13.png" Type="http://schemas.openxmlformats.org/officeDocument/2006/relationships/image"/><Relationship Id="rId6" Target="../media/image14.png" Type="http://schemas.openxmlformats.org/officeDocument/2006/relationships/image"/><Relationship Id="rId7" Target="../media/image15.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jpeg" Type="http://schemas.openxmlformats.org/officeDocument/2006/relationships/image"/><Relationship Id="rId4" Target="../media/image2.jpeg" Type="http://schemas.openxmlformats.org/officeDocument/2006/relationships/image"/><Relationship Id="rId5" Target="../media/image17.png" Type="http://schemas.openxmlformats.org/officeDocument/2006/relationships/image"/><Relationship Id="rId6" Target="../media/image18.png" Type="http://schemas.openxmlformats.org/officeDocument/2006/relationships/image"/><Relationship Id="rId7" Target="../media/image19.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jpeg" Type="http://schemas.openxmlformats.org/officeDocument/2006/relationships/image"/><Relationship Id="rId4" Target="../media/image20.png" Type="http://schemas.openxmlformats.org/officeDocument/2006/relationships/image"/><Relationship Id="rId5" Target="../media/image21.png" Type="http://schemas.openxmlformats.org/officeDocument/2006/relationships/image"/><Relationship Id="rId6" Target="../media/image22.png" Type="http://schemas.openxmlformats.org/officeDocument/2006/relationships/image"/><Relationship Id="rId7" Target="../media/image23.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jpeg" Type="http://schemas.openxmlformats.org/officeDocument/2006/relationships/image"/><Relationship Id="rId4" Target="../media/image24.png" Type="http://schemas.openxmlformats.org/officeDocument/2006/relationships/image"/><Relationship Id="rId5" Target="../media/image25.png" Type="http://schemas.openxmlformats.org/officeDocument/2006/relationships/image"/><Relationship Id="rId6" Target="../media/image26.png" Type="http://schemas.openxmlformats.org/officeDocument/2006/relationships/image"/><Relationship Id="rId7" Target="../media/image27.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jpeg" Type="http://schemas.openxmlformats.org/officeDocument/2006/relationships/image"/><Relationship Id="rId4" Target="../media/image28.png" Type="http://schemas.openxmlformats.org/officeDocument/2006/relationships/image"/><Relationship Id="rId5" Target="../media/image29.png" Type="http://schemas.openxmlformats.org/officeDocument/2006/relationships/image"/><Relationship Id="rId6" Target="../media/image30.png" Type="http://schemas.openxmlformats.org/officeDocument/2006/relationships/image"/><Relationship Id="rId7" Target="../media/image31.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jpeg" Type="http://schemas.openxmlformats.org/officeDocument/2006/relationships/image"/><Relationship Id="rId4" Target="../media/image32.png" Type="http://schemas.openxmlformats.org/officeDocument/2006/relationships/image"/><Relationship Id="rId5" Target="../media/image33.png" Type="http://schemas.openxmlformats.org/officeDocument/2006/relationships/image"/><Relationship Id="rId6" Target="../media/image34.png" Type="http://schemas.openxmlformats.org/officeDocument/2006/relationships/image"/><Relationship Id="rId7" Target="../media/image35.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jpeg" Type="http://schemas.openxmlformats.org/officeDocument/2006/relationships/image"/><Relationship Id="rId4" Target="../media/image36.png" Type="http://schemas.openxmlformats.org/officeDocument/2006/relationships/image"/><Relationship Id="rId5" Target="../media/image37.png" Type="http://schemas.openxmlformats.org/officeDocument/2006/relationships/image"/><Relationship Id="rId6" Target="../media/image38.png" Type="http://schemas.openxmlformats.org/officeDocument/2006/relationships/image"/><Relationship Id="rId7" Target="../media/image39.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jpeg" Type="http://schemas.openxmlformats.org/officeDocument/2006/relationships/image"/><Relationship Id="rId4" Target="../media/image40.png" Type="http://schemas.openxmlformats.org/officeDocument/2006/relationships/image"/><Relationship Id="rId5" Target="../media/image41.png" Type="http://schemas.openxmlformats.org/officeDocument/2006/relationships/image"/><Relationship Id="rId6" Target="../media/image42.png" Type="http://schemas.openxmlformats.org/officeDocument/2006/relationships/image"/><Relationship Id="rId7" Target="../media/image43.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jpe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jpeg" Type="http://schemas.openxmlformats.org/officeDocument/2006/relationships/image"/><Relationship Id="rId4" Target="https://github.com/mahi-verma23/Seasonal_Agriculture_Performance_Analysis_VOIS" TargetMode="External" Type="http://schemas.openxmlformats.org/officeDocument/2006/relationships/hyperlink"/></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jpeg" Type="http://schemas.openxmlformats.org/officeDocument/2006/relationships/image"/><Relationship Id="rId4" Target="../media/image44.png" Type="http://schemas.openxmlformats.org/officeDocument/2006/relationships/image"/><Relationship Id="rId5" Target="../media/image45.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0">
            <a:off x="9738484" y="5138738"/>
            <a:ext cx="10464870" cy="0"/>
          </a:xfrm>
          <a:prstGeom prst="line">
            <a:avLst/>
          </a:prstGeom>
          <a:ln cap="rnd" w="9525">
            <a:solidFill>
              <a:srgbClr val="5FCBEF"/>
            </a:solidFill>
            <a:prstDash val="solid"/>
            <a:headEnd type="none" len="sm" w="sm"/>
            <a:tailEnd type="none" len="sm" w="sm"/>
          </a:ln>
        </p:spPr>
      </p:sp>
      <p:sp>
        <p:nvSpPr>
          <p:cNvPr name="AutoShape 3" id="3"/>
          <p:cNvSpPr/>
          <p:nvPr/>
        </p:nvSpPr>
        <p:spPr>
          <a:xfrm rot="8776560">
            <a:off x="10406482" y="7899797"/>
            <a:ext cx="8608171" cy="0"/>
          </a:xfrm>
          <a:prstGeom prst="line">
            <a:avLst/>
          </a:prstGeom>
          <a:ln cap="rnd" w="9525">
            <a:solidFill>
              <a:srgbClr val="5FCBEF"/>
            </a:solidFill>
            <a:prstDash val="solid"/>
            <a:headEnd type="none" len="sm" w="sm"/>
            <a:tailEnd type="none" len="sm" w="sm"/>
          </a:ln>
        </p:spPr>
      </p:sp>
      <p:grpSp>
        <p:nvGrpSpPr>
          <p:cNvPr name="Group 4" id="4"/>
          <p:cNvGrpSpPr/>
          <p:nvPr/>
        </p:nvGrpSpPr>
        <p:grpSpPr>
          <a:xfrm rot="0">
            <a:off x="13772217" y="-12697"/>
            <a:ext cx="4511021" cy="10299697"/>
            <a:chOff x="0" y="0"/>
            <a:chExt cx="6014695" cy="13732929"/>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5FCBEF">
                <a:alpha val="12941"/>
              </a:srgbClr>
            </a:solidFill>
          </p:spPr>
        </p:sp>
      </p:grpSp>
      <p:grpSp>
        <p:nvGrpSpPr>
          <p:cNvPr name="Group 6" id="6"/>
          <p:cNvGrpSpPr/>
          <p:nvPr/>
        </p:nvGrpSpPr>
        <p:grpSpPr>
          <a:xfrm rot="0">
            <a:off x="14405162" y="-12697"/>
            <a:ext cx="3882838" cy="10299697"/>
            <a:chOff x="0" y="0"/>
            <a:chExt cx="5177117" cy="13732929"/>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5FCBEF">
                <a:alpha val="3922"/>
              </a:srgbClr>
            </a:solidFill>
          </p:spPr>
        </p:sp>
      </p:grpSp>
      <p:grpSp>
        <p:nvGrpSpPr>
          <p:cNvPr name="Group 8" id="8"/>
          <p:cNvGrpSpPr/>
          <p:nvPr/>
        </p:nvGrpSpPr>
        <p:grpSpPr>
          <a:xfrm rot="0">
            <a:off x="13398503" y="4572000"/>
            <a:ext cx="4889497" cy="5715000"/>
            <a:chOff x="0" y="0"/>
            <a:chExt cx="6519329"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17B0E4">
                <a:alpha val="43529"/>
              </a:srgbClr>
            </a:solidFill>
          </p:spPr>
        </p:sp>
      </p:grpSp>
      <p:grpSp>
        <p:nvGrpSpPr>
          <p:cNvPr name="Group 10" id="10"/>
          <p:cNvGrpSpPr/>
          <p:nvPr/>
        </p:nvGrpSpPr>
        <p:grpSpPr>
          <a:xfrm rot="0">
            <a:off x="14001750" y="-12697"/>
            <a:ext cx="4281488" cy="10299697"/>
            <a:chOff x="0" y="0"/>
            <a:chExt cx="5708650" cy="13732929"/>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17B0E4">
                <a:alpha val="24706"/>
              </a:srgbClr>
            </a:solidFill>
          </p:spPr>
        </p:sp>
      </p:grpSp>
      <p:grpSp>
        <p:nvGrpSpPr>
          <p:cNvPr name="Group 12" id="12"/>
          <p:cNvGrpSpPr/>
          <p:nvPr/>
        </p:nvGrpSpPr>
        <p:grpSpPr>
          <a:xfrm rot="0">
            <a:off x="16348091" y="-12697"/>
            <a:ext cx="1935137" cy="10299697"/>
            <a:chOff x="0" y="0"/>
            <a:chExt cx="2580183" cy="13732929"/>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2E83C3">
                <a:alpha val="48627"/>
              </a:srgbClr>
            </a:solidFill>
          </p:spPr>
        </p:sp>
      </p:grpSp>
      <p:grpSp>
        <p:nvGrpSpPr>
          <p:cNvPr name="Group 14" id="14"/>
          <p:cNvGrpSpPr/>
          <p:nvPr/>
        </p:nvGrpSpPr>
        <p:grpSpPr>
          <a:xfrm rot="0">
            <a:off x="16408498" y="-12697"/>
            <a:ext cx="1874739" cy="10299697"/>
            <a:chOff x="0" y="0"/>
            <a:chExt cx="2499652" cy="13732929"/>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236292">
                <a:alpha val="63922"/>
              </a:srgbClr>
            </a:solidFill>
          </p:spPr>
        </p:sp>
      </p:grpSp>
      <p:grpSp>
        <p:nvGrpSpPr>
          <p:cNvPr name="Group 16" id="16"/>
          <p:cNvGrpSpPr/>
          <p:nvPr/>
        </p:nvGrpSpPr>
        <p:grpSpPr>
          <a:xfrm rot="0">
            <a:off x="15557497" y="5384797"/>
            <a:ext cx="2725741" cy="4902203"/>
            <a:chOff x="0" y="0"/>
            <a:chExt cx="3634321" cy="6536271"/>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17B0E4">
                <a:alpha val="43529"/>
              </a:srgbClr>
            </a:solidFill>
          </p:spPr>
        </p:sp>
      </p:grpSp>
      <p:grpSp>
        <p:nvGrpSpPr>
          <p:cNvPr name="Group 18" id="18"/>
          <p:cNvGrpSpPr/>
          <p:nvPr/>
        </p:nvGrpSpPr>
        <p:grpSpPr>
          <a:xfrm rot="0">
            <a:off x="0" y="6019800"/>
            <a:ext cx="673103" cy="4267200"/>
            <a:chOff x="0" y="0"/>
            <a:chExt cx="897471"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5FCBEF">
                <a:alpha val="48627"/>
              </a:srgbClr>
            </a:solidFill>
          </p:spPr>
        </p:sp>
      </p:grpSp>
      <p:grpSp>
        <p:nvGrpSpPr>
          <p:cNvPr name="Group 20" id="20"/>
          <p:cNvGrpSpPr/>
          <p:nvPr/>
        </p:nvGrpSpPr>
        <p:grpSpPr>
          <a:xfrm rot="0">
            <a:off x="990590" y="9568358"/>
            <a:ext cx="4114800" cy="547688"/>
            <a:chOff x="0" y="0"/>
            <a:chExt cx="5486400" cy="730250"/>
          </a:xfrm>
        </p:grpSpPr>
        <p:sp>
          <p:nvSpPr>
            <p:cNvPr name="Freeform 21" id="21"/>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2">
                <a:alphaModFix amt="0"/>
              </a:blip>
              <a:stretch>
                <a:fillRect l="0" t="-96391" r="0" b="-96391"/>
              </a:stretch>
            </a:blipFill>
          </p:spPr>
        </p:sp>
        <p:sp>
          <p:nvSpPr>
            <p:cNvPr name="TextBox 22" id="22"/>
            <p:cNvSpPr txBox="true"/>
            <p:nvPr/>
          </p:nvSpPr>
          <p:spPr>
            <a:xfrm>
              <a:off x="0" y="-9525"/>
              <a:ext cx="5486400" cy="739775"/>
            </a:xfrm>
            <a:prstGeom prst="rect">
              <a:avLst/>
            </a:prstGeom>
          </p:spPr>
          <p:txBody>
            <a:bodyPr anchor="ctr" rtlCol="false" tIns="0" lIns="0" bIns="0" rIns="0"/>
            <a:lstStyle/>
            <a:p>
              <a:pPr algn="l">
                <a:lnSpc>
                  <a:spcPts val="1980"/>
                </a:lnSpc>
              </a:pPr>
              <a:r>
                <a:rPr lang="en-US" sz="1650">
                  <a:solidFill>
                    <a:srgbClr val="2E83C3"/>
                  </a:solidFill>
                  <a:latin typeface="Trebuchet MS"/>
                  <a:ea typeface="Trebuchet MS"/>
                  <a:cs typeface="Trebuchet MS"/>
                  <a:sym typeface="Trebuchet MS"/>
                </a:rPr>
                <a:t>9/9/2026</a:t>
              </a:r>
            </a:p>
          </p:txBody>
        </p:sp>
      </p:grpSp>
      <p:grpSp>
        <p:nvGrpSpPr>
          <p:cNvPr name="Group 23" id="23"/>
          <p:cNvGrpSpPr/>
          <p:nvPr/>
        </p:nvGrpSpPr>
        <p:grpSpPr>
          <a:xfrm rot="0">
            <a:off x="2168290" y="9558376"/>
            <a:ext cx="6172200" cy="557670"/>
            <a:chOff x="0" y="0"/>
            <a:chExt cx="8229600" cy="743560"/>
          </a:xfrm>
        </p:grpSpPr>
        <p:sp>
          <p:nvSpPr>
            <p:cNvPr name="Freeform 24" id="24"/>
            <p:cNvSpPr/>
            <p:nvPr/>
          </p:nvSpPr>
          <p:spPr>
            <a:xfrm flipH="false" flipV="false" rot="0">
              <a:off x="0" y="0"/>
              <a:ext cx="8229600" cy="743560"/>
            </a:xfrm>
            <a:custGeom>
              <a:avLst/>
              <a:gdLst/>
              <a:ahLst/>
              <a:cxnLst/>
              <a:rect r="r" b="b" t="t" l="l"/>
              <a:pathLst>
                <a:path h="743560" w="8229600">
                  <a:moveTo>
                    <a:pt x="0" y="0"/>
                  </a:moveTo>
                  <a:lnTo>
                    <a:pt x="8229600" y="0"/>
                  </a:lnTo>
                  <a:lnTo>
                    <a:pt x="8229600" y="743560"/>
                  </a:lnTo>
                  <a:lnTo>
                    <a:pt x="0" y="743560"/>
                  </a:lnTo>
                  <a:close/>
                </a:path>
              </a:pathLst>
            </a:custGeom>
            <a:blipFill>
              <a:blip r:embed="rId2">
                <a:alphaModFix amt="0"/>
              </a:blip>
              <a:stretch>
                <a:fillRect l="0" t="-166552" r="0" b="-164762"/>
              </a:stretch>
            </a:blipFill>
          </p:spPr>
        </p:sp>
        <p:sp>
          <p:nvSpPr>
            <p:cNvPr name="TextBox 25" id="25"/>
            <p:cNvSpPr txBox="true"/>
            <p:nvPr/>
          </p:nvSpPr>
          <p:spPr>
            <a:xfrm>
              <a:off x="0" y="-9525"/>
              <a:ext cx="8229600" cy="753085"/>
            </a:xfrm>
            <a:prstGeom prst="rect">
              <a:avLst/>
            </a:prstGeom>
          </p:spPr>
          <p:txBody>
            <a:bodyPr anchor="ctr" rtlCol="false" tIns="0" lIns="0" bIns="0" rIns="0"/>
            <a:lstStyle/>
            <a:p>
              <a:pPr algn="l">
                <a:lnSpc>
                  <a:spcPts val="1980"/>
                </a:lnSpc>
              </a:pPr>
              <a:r>
                <a:rPr lang="en-US" sz="1650" b="true">
                  <a:solidFill>
                    <a:srgbClr val="2E83C3"/>
                  </a:solidFill>
                  <a:latin typeface="Trebuchet MS Bold"/>
                  <a:ea typeface="Trebuchet MS Bold"/>
                  <a:cs typeface="Trebuchet MS Bold"/>
                  <a:sym typeface="Trebuchet MS Bold"/>
                </a:rPr>
                <a:t>Annual Review</a:t>
              </a:r>
            </a:p>
          </p:txBody>
        </p:sp>
      </p:grpSp>
      <p:grpSp>
        <p:nvGrpSpPr>
          <p:cNvPr name="Group 26" id="26"/>
          <p:cNvGrpSpPr/>
          <p:nvPr/>
        </p:nvGrpSpPr>
        <p:grpSpPr>
          <a:xfrm rot="0">
            <a:off x="13208003" y="9568358"/>
            <a:ext cx="4114800" cy="547688"/>
            <a:chOff x="0" y="0"/>
            <a:chExt cx="5486400" cy="730250"/>
          </a:xfrm>
        </p:grpSpPr>
        <p:sp>
          <p:nvSpPr>
            <p:cNvPr name="Freeform 27" id="27"/>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2">
                <a:alphaModFix amt="0"/>
              </a:blip>
              <a:stretch>
                <a:fillRect l="0" t="-96391" r="0" b="-96391"/>
              </a:stretch>
            </a:blipFill>
          </p:spPr>
        </p:sp>
        <p:sp>
          <p:nvSpPr>
            <p:cNvPr name="TextBox 28" id="28"/>
            <p:cNvSpPr txBox="true"/>
            <p:nvPr/>
          </p:nvSpPr>
          <p:spPr>
            <a:xfrm>
              <a:off x="0" y="-9525"/>
              <a:ext cx="5486400" cy="739775"/>
            </a:xfrm>
            <a:prstGeom prst="rect">
              <a:avLst/>
            </a:prstGeom>
          </p:spPr>
          <p:txBody>
            <a:bodyPr anchor="ctr" rtlCol="false" tIns="0" lIns="0" bIns="0" rIns="0"/>
            <a:lstStyle/>
            <a:p>
              <a:pPr algn="r">
                <a:lnSpc>
                  <a:spcPts val="1980"/>
                </a:lnSpc>
              </a:pPr>
              <a:r>
                <a:rPr lang="en-US" sz="1650">
                  <a:solidFill>
                    <a:srgbClr val="2E946B"/>
                  </a:solidFill>
                  <a:latin typeface="Trebuchet MS"/>
                  <a:ea typeface="Trebuchet MS"/>
                  <a:cs typeface="Trebuchet MS"/>
                  <a:sym typeface="Trebuchet MS"/>
                </a:rPr>
                <a:t>‹#›</a:t>
              </a:r>
            </a:p>
          </p:txBody>
        </p:sp>
      </p:grpSp>
      <p:grpSp>
        <p:nvGrpSpPr>
          <p:cNvPr name="Group 29" id="29"/>
          <p:cNvGrpSpPr/>
          <p:nvPr/>
        </p:nvGrpSpPr>
        <p:grpSpPr>
          <a:xfrm rot="0">
            <a:off x="398059" y="483298"/>
            <a:ext cx="1844345" cy="1589961"/>
            <a:chOff x="0" y="0"/>
            <a:chExt cx="2459126" cy="2119948"/>
          </a:xfrm>
        </p:grpSpPr>
        <p:sp>
          <p:nvSpPr>
            <p:cNvPr name="Freeform 30" id="30"/>
            <p:cNvSpPr/>
            <p:nvPr/>
          </p:nvSpPr>
          <p:spPr>
            <a:xfrm flipH="false" flipV="false" rot="0">
              <a:off x="0" y="0"/>
              <a:ext cx="2459101" cy="2119884"/>
            </a:xfrm>
            <a:custGeom>
              <a:avLst/>
              <a:gdLst/>
              <a:ahLst/>
              <a:cxnLst/>
              <a:rect r="r" b="b" t="t" l="l"/>
              <a:pathLst>
                <a:path h="2119884" w="2459101">
                  <a:moveTo>
                    <a:pt x="0" y="1059942"/>
                  </a:moveTo>
                  <a:lnTo>
                    <a:pt x="529971" y="0"/>
                  </a:lnTo>
                  <a:lnTo>
                    <a:pt x="1929130" y="0"/>
                  </a:lnTo>
                  <a:lnTo>
                    <a:pt x="2459101" y="1059942"/>
                  </a:lnTo>
                  <a:lnTo>
                    <a:pt x="1929130" y="2119884"/>
                  </a:lnTo>
                  <a:lnTo>
                    <a:pt x="529971" y="2119884"/>
                  </a:lnTo>
                  <a:close/>
                </a:path>
              </a:pathLst>
            </a:custGeom>
            <a:solidFill>
              <a:srgbClr val="5FCBEF"/>
            </a:solidFill>
          </p:spPr>
        </p:sp>
      </p:grpSp>
      <p:grpSp>
        <p:nvGrpSpPr>
          <p:cNvPr name="Group 31" id="31"/>
          <p:cNvGrpSpPr/>
          <p:nvPr/>
        </p:nvGrpSpPr>
        <p:grpSpPr>
          <a:xfrm rot="0">
            <a:off x="1028700" y="1028700"/>
            <a:ext cx="2499246" cy="2154517"/>
            <a:chOff x="0" y="0"/>
            <a:chExt cx="3332328" cy="2872689"/>
          </a:xfrm>
        </p:grpSpPr>
        <p:sp>
          <p:nvSpPr>
            <p:cNvPr name="Freeform 32" id="32"/>
            <p:cNvSpPr/>
            <p:nvPr/>
          </p:nvSpPr>
          <p:spPr>
            <a:xfrm flipH="false" flipV="false" rot="0">
              <a:off x="0" y="0"/>
              <a:ext cx="3332353" cy="2872740"/>
            </a:xfrm>
            <a:custGeom>
              <a:avLst/>
              <a:gdLst/>
              <a:ahLst/>
              <a:cxnLst/>
              <a:rect r="r" b="b" t="t" l="l"/>
              <a:pathLst>
                <a:path h="2872740" w="3332353">
                  <a:moveTo>
                    <a:pt x="0" y="1436370"/>
                  </a:moveTo>
                  <a:lnTo>
                    <a:pt x="718185" y="0"/>
                  </a:lnTo>
                  <a:lnTo>
                    <a:pt x="2614168" y="0"/>
                  </a:lnTo>
                  <a:lnTo>
                    <a:pt x="3332353" y="1436370"/>
                  </a:lnTo>
                  <a:lnTo>
                    <a:pt x="2614168" y="2872740"/>
                  </a:lnTo>
                  <a:lnTo>
                    <a:pt x="718185" y="2872740"/>
                  </a:lnTo>
                  <a:close/>
                </a:path>
              </a:pathLst>
            </a:custGeom>
            <a:solidFill>
              <a:srgbClr val="42D0A2"/>
            </a:solidFill>
          </p:spPr>
        </p:sp>
      </p:grpSp>
      <p:grpSp>
        <p:nvGrpSpPr>
          <p:cNvPr name="Group 33" id="33"/>
          <p:cNvGrpSpPr/>
          <p:nvPr/>
        </p:nvGrpSpPr>
        <p:grpSpPr>
          <a:xfrm rot="0">
            <a:off x="781536" y="8639575"/>
            <a:ext cx="1077392" cy="928783"/>
            <a:chOff x="0" y="0"/>
            <a:chExt cx="1436522" cy="1238377"/>
          </a:xfrm>
        </p:grpSpPr>
        <p:sp>
          <p:nvSpPr>
            <p:cNvPr name="Freeform 34" id="34"/>
            <p:cNvSpPr/>
            <p:nvPr/>
          </p:nvSpPr>
          <p:spPr>
            <a:xfrm flipH="false" flipV="false" rot="0">
              <a:off x="0" y="0"/>
              <a:ext cx="1436497" cy="1238377"/>
            </a:xfrm>
            <a:custGeom>
              <a:avLst/>
              <a:gdLst/>
              <a:ahLst/>
              <a:cxnLst/>
              <a:rect r="r" b="b" t="t" l="l"/>
              <a:pathLst>
                <a:path h="1238377" w="1436497">
                  <a:moveTo>
                    <a:pt x="0" y="619252"/>
                  </a:moveTo>
                  <a:lnTo>
                    <a:pt x="309626" y="0"/>
                  </a:lnTo>
                  <a:lnTo>
                    <a:pt x="1126871" y="0"/>
                  </a:lnTo>
                  <a:lnTo>
                    <a:pt x="1436497" y="619252"/>
                  </a:lnTo>
                  <a:lnTo>
                    <a:pt x="1126871" y="1238377"/>
                  </a:lnTo>
                  <a:lnTo>
                    <a:pt x="309626" y="1238377"/>
                  </a:lnTo>
                  <a:close/>
                </a:path>
              </a:pathLst>
            </a:custGeom>
            <a:solidFill>
              <a:srgbClr val="42B051"/>
            </a:solidFill>
          </p:spPr>
        </p:sp>
      </p:grpSp>
      <p:grpSp>
        <p:nvGrpSpPr>
          <p:cNvPr name="Group 35" id="35"/>
          <p:cNvGrpSpPr/>
          <p:nvPr/>
        </p:nvGrpSpPr>
        <p:grpSpPr>
          <a:xfrm rot="0">
            <a:off x="2500760" y="856979"/>
            <a:ext cx="977417" cy="842601"/>
            <a:chOff x="0" y="0"/>
            <a:chExt cx="1303223" cy="1123467"/>
          </a:xfrm>
        </p:grpSpPr>
        <p:sp>
          <p:nvSpPr>
            <p:cNvPr name="Freeform 36" id="36"/>
            <p:cNvSpPr/>
            <p:nvPr/>
          </p:nvSpPr>
          <p:spPr>
            <a:xfrm flipH="false" flipV="false" rot="0">
              <a:off x="0" y="0"/>
              <a:ext cx="1303274" cy="1123442"/>
            </a:xfrm>
            <a:custGeom>
              <a:avLst/>
              <a:gdLst/>
              <a:ahLst/>
              <a:cxnLst/>
              <a:rect r="r" b="b" t="t" l="l"/>
              <a:pathLst>
                <a:path h="1123442" w="1303274">
                  <a:moveTo>
                    <a:pt x="0" y="561721"/>
                  </a:moveTo>
                  <a:lnTo>
                    <a:pt x="280924" y="0"/>
                  </a:lnTo>
                  <a:lnTo>
                    <a:pt x="1022350" y="0"/>
                  </a:lnTo>
                  <a:lnTo>
                    <a:pt x="1303274" y="561721"/>
                  </a:lnTo>
                  <a:lnTo>
                    <a:pt x="1022350" y="1123442"/>
                  </a:lnTo>
                  <a:lnTo>
                    <a:pt x="280924" y="1123442"/>
                  </a:lnTo>
                  <a:close/>
                </a:path>
              </a:pathLst>
            </a:custGeom>
            <a:solidFill>
              <a:srgbClr val="2E946B"/>
            </a:solidFill>
          </p:spPr>
        </p:sp>
      </p:grpSp>
      <p:grpSp>
        <p:nvGrpSpPr>
          <p:cNvPr name="Group 37" id="37"/>
          <p:cNvGrpSpPr/>
          <p:nvPr/>
        </p:nvGrpSpPr>
        <p:grpSpPr>
          <a:xfrm rot="0">
            <a:off x="893416" y="9687173"/>
            <a:ext cx="3214688" cy="310058"/>
            <a:chOff x="0" y="0"/>
            <a:chExt cx="4286250" cy="413410"/>
          </a:xfrm>
        </p:grpSpPr>
        <p:sp>
          <p:nvSpPr>
            <p:cNvPr name="Freeform 38" id="38"/>
            <p:cNvSpPr/>
            <p:nvPr/>
          </p:nvSpPr>
          <p:spPr>
            <a:xfrm flipH="false" flipV="false" rot="0">
              <a:off x="0" y="0"/>
              <a:ext cx="4286250" cy="413410"/>
            </a:xfrm>
            <a:custGeom>
              <a:avLst/>
              <a:gdLst/>
              <a:ahLst/>
              <a:cxnLst/>
              <a:rect r="r" b="b" t="t" l="l"/>
              <a:pathLst>
                <a:path h="413410" w="4286250">
                  <a:moveTo>
                    <a:pt x="0" y="0"/>
                  </a:moveTo>
                  <a:lnTo>
                    <a:pt x="4286250" y="0"/>
                  </a:lnTo>
                  <a:lnTo>
                    <a:pt x="4286250" y="413410"/>
                  </a:lnTo>
                  <a:lnTo>
                    <a:pt x="0" y="413410"/>
                  </a:lnTo>
                  <a:lnTo>
                    <a:pt x="0" y="0"/>
                  </a:lnTo>
                  <a:close/>
                </a:path>
              </a:pathLst>
            </a:custGeom>
            <a:blipFill>
              <a:blip r:embed="rId3"/>
              <a:stretch>
                <a:fillRect l="-3539" t="-2518486" r="-149014" b="0"/>
              </a:stretch>
            </a:blipFill>
          </p:spPr>
        </p:sp>
      </p:grpSp>
      <p:sp>
        <p:nvSpPr>
          <p:cNvPr name="Freeform 39" id="39"/>
          <p:cNvSpPr/>
          <p:nvPr/>
        </p:nvSpPr>
        <p:spPr>
          <a:xfrm flipH="false" flipV="false" rot="0">
            <a:off x="9300981" y="334879"/>
            <a:ext cx="2505576" cy="2505576"/>
          </a:xfrm>
          <a:custGeom>
            <a:avLst/>
            <a:gdLst/>
            <a:ahLst/>
            <a:cxnLst/>
            <a:rect r="r" b="b" t="t" l="l"/>
            <a:pathLst>
              <a:path h="2505576" w="2505576">
                <a:moveTo>
                  <a:pt x="0" y="0"/>
                </a:moveTo>
                <a:lnTo>
                  <a:pt x="2505576" y="0"/>
                </a:lnTo>
                <a:lnTo>
                  <a:pt x="2505576" y="2505576"/>
                </a:lnTo>
                <a:lnTo>
                  <a:pt x="0" y="25055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0" id="40"/>
          <p:cNvSpPr/>
          <p:nvPr/>
        </p:nvSpPr>
        <p:spPr>
          <a:xfrm flipH="false" flipV="false" rot="0">
            <a:off x="11130766" y="1543050"/>
            <a:ext cx="3627485" cy="3028950"/>
          </a:xfrm>
          <a:custGeom>
            <a:avLst/>
            <a:gdLst/>
            <a:ahLst/>
            <a:cxnLst/>
            <a:rect r="r" b="b" t="t" l="l"/>
            <a:pathLst>
              <a:path h="3028950" w="3627485">
                <a:moveTo>
                  <a:pt x="0" y="0"/>
                </a:moveTo>
                <a:lnTo>
                  <a:pt x="3627485" y="0"/>
                </a:lnTo>
                <a:lnTo>
                  <a:pt x="3627485" y="3028950"/>
                </a:lnTo>
                <a:lnTo>
                  <a:pt x="0" y="3028950"/>
                </a:lnTo>
                <a:lnTo>
                  <a:pt x="0" y="0"/>
                </a:lnTo>
                <a:close/>
              </a:path>
            </a:pathLst>
          </a:custGeom>
          <a:blipFill>
            <a:blip r:embed="rId6"/>
            <a:stretch>
              <a:fillRect l="0" t="0" r="0" b="0"/>
            </a:stretch>
          </a:blipFill>
        </p:spPr>
      </p:sp>
      <p:sp>
        <p:nvSpPr>
          <p:cNvPr name="Freeform 41" id="41"/>
          <p:cNvSpPr/>
          <p:nvPr/>
        </p:nvSpPr>
        <p:spPr>
          <a:xfrm flipH="false" flipV="false" rot="0">
            <a:off x="5051461" y="856979"/>
            <a:ext cx="3270249" cy="3303282"/>
          </a:xfrm>
          <a:custGeom>
            <a:avLst/>
            <a:gdLst/>
            <a:ahLst/>
            <a:cxnLst/>
            <a:rect r="r" b="b" t="t" l="l"/>
            <a:pathLst>
              <a:path h="3303282" w="3270249">
                <a:moveTo>
                  <a:pt x="0" y="0"/>
                </a:moveTo>
                <a:lnTo>
                  <a:pt x="3270249" y="0"/>
                </a:lnTo>
                <a:lnTo>
                  <a:pt x="3270249" y="3303281"/>
                </a:lnTo>
                <a:lnTo>
                  <a:pt x="0" y="3303281"/>
                </a:lnTo>
                <a:lnTo>
                  <a:pt x="0" y="0"/>
                </a:lnTo>
                <a:close/>
              </a:path>
            </a:pathLst>
          </a:custGeom>
          <a:blipFill>
            <a:blip r:embed="rId7"/>
            <a:stretch>
              <a:fillRect l="0" t="0" r="0" b="0"/>
            </a:stretch>
          </a:blipFill>
        </p:spPr>
      </p:sp>
      <p:sp>
        <p:nvSpPr>
          <p:cNvPr name="Freeform 42" id="42"/>
          <p:cNvSpPr/>
          <p:nvPr/>
        </p:nvSpPr>
        <p:spPr>
          <a:xfrm flipH="false" flipV="false" rot="0">
            <a:off x="6818800" y="7320001"/>
            <a:ext cx="6579704" cy="3109716"/>
          </a:xfrm>
          <a:custGeom>
            <a:avLst/>
            <a:gdLst/>
            <a:ahLst/>
            <a:cxnLst/>
            <a:rect r="r" b="b" t="t" l="l"/>
            <a:pathLst>
              <a:path h="3109716" w="6579704">
                <a:moveTo>
                  <a:pt x="0" y="0"/>
                </a:moveTo>
                <a:lnTo>
                  <a:pt x="6579703" y="0"/>
                </a:lnTo>
                <a:lnTo>
                  <a:pt x="6579703" y="3109715"/>
                </a:lnTo>
                <a:lnTo>
                  <a:pt x="0" y="3109715"/>
                </a:lnTo>
                <a:lnTo>
                  <a:pt x="0" y="0"/>
                </a:lnTo>
                <a:close/>
              </a:path>
            </a:pathLst>
          </a:custGeom>
          <a:blipFill>
            <a:blip r:embed="rId8"/>
            <a:stretch>
              <a:fillRect l="0" t="-4483" r="0" b="-4483"/>
            </a:stretch>
          </a:blipFill>
        </p:spPr>
      </p:sp>
      <p:sp>
        <p:nvSpPr>
          <p:cNvPr name="TextBox 43" id="43"/>
          <p:cNvSpPr txBox="true"/>
          <p:nvPr/>
        </p:nvSpPr>
        <p:spPr>
          <a:xfrm rot="0">
            <a:off x="1432751" y="5872201"/>
            <a:ext cx="11775253" cy="1000125"/>
          </a:xfrm>
          <a:prstGeom prst="rect">
            <a:avLst/>
          </a:prstGeom>
        </p:spPr>
        <p:txBody>
          <a:bodyPr anchor="t" rtlCol="false" tIns="0" lIns="0" bIns="0" rIns="0">
            <a:spAutoFit/>
          </a:bodyPr>
          <a:lstStyle/>
          <a:p>
            <a:pPr algn="l" marL="0" indent="0" lvl="0">
              <a:lnSpc>
                <a:spcPts val="3948"/>
              </a:lnSpc>
              <a:spcBef>
                <a:spcPct val="0"/>
              </a:spcBef>
            </a:pPr>
            <a:r>
              <a:rPr lang="en-US" sz="3290" strike="noStrike" u="none">
                <a:solidFill>
                  <a:srgbClr val="000000"/>
                </a:solidFill>
                <a:latin typeface="Trebuchet MS"/>
                <a:ea typeface="Trebuchet MS"/>
                <a:cs typeface="Trebuchet MS"/>
                <a:sym typeface="Trebuchet MS"/>
              </a:rPr>
              <a:t>Student Name- MAHI VERMA </a:t>
            </a:r>
          </a:p>
          <a:p>
            <a:pPr algn="l" marL="0" indent="0" lvl="0">
              <a:lnSpc>
                <a:spcPts val="3948"/>
              </a:lnSpc>
              <a:spcBef>
                <a:spcPct val="0"/>
              </a:spcBef>
            </a:pPr>
            <a:r>
              <a:rPr lang="en-US" sz="3290" strike="noStrike" u="none">
                <a:solidFill>
                  <a:srgbClr val="000000"/>
                </a:solidFill>
                <a:latin typeface="Trebuchet MS"/>
                <a:ea typeface="Trebuchet MS"/>
                <a:cs typeface="Trebuchet MS"/>
                <a:sym typeface="Trebuchet MS"/>
              </a:rPr>
              <a:t>College Name- JSS Academy Of Technical Education,NOIDA </a:t>
            </a:r>
          </a:p>
        </p:txBody>
      </p:sp>
      <p:sp>
        <p:nvSpPr>
          <p:cNvPr name="TextBox 44" id="44"/>
          <p:cNvSpPr txBox="true"/>
          <p:nvPr/>
        </p:nvSpPr>
        <p:spPr>
          <a:xfrm rot="0">
            <a:off x="2566220" y="4636579"/>
            <a:ext cx="13155560" cy="870966"/>
          </a:xfrm>
          <a:prstGeom prst="rect">
            <a:avLst/>
          </a:prstGeom>
        </p:spPr>
        <p:txBody>
          <a:bodyPr anchor="t" rtlCol="false" tIns="0" lIns="0" bIns="0" rIns="0">
            <a:spAutoFit/>
          </a:bodyPr>
          <a:lstStyle/>
          <a:p>
            <a:pPr algn="l">
              <a:lnSpc>
                <a:spcPts val="7152"/>
              </a:lnSpc>
            </a:pPr>
            <a:r>
              <a:rPr lang="en-US" b="true" sz="4800" spc="52" u="sng">
                <a:solidFill>
                  <a:srgbClr val="000000"/>
                </a:solidFill>
                <a:latin typeface="Trebuchet MS Bold"/>
                <a:ea typeface="Trebuchet MS Bold"/>
                <a:cs typeface="Trebuchet MS Bold"/>
                <a:sym typeface="Trebuchet MS Bold"/>
              </a:rPr>
              <a:t>Seasonal Agriculture Performance Analysis</a:t>
            </a:r>
          </a:p>
        </p:txBody>
      </p:sp>
      <p:sp>
        <p:nvSpPr>
          <p:cNvPr name="TextBox 45" id="45"/>
          <p:cNvSpPr txBox="true"/>
          <p:nvPr/>
        </p:nvSpPr>
        <p:spPr>
          <a:xfrm rot="0">
            <a:off x="1432751" y="6924675"/>
            <a:ext cx="9812639" cy="504825"/>
          </a:xfrm>
          <a:prstGeom prst="rect">
            <a:avLst/>
          </a:prstGeom>
        </p:spPr>
        <p:txBody>
          <a:bodyPr anchor="t" rtlCol="false" tIns="0" lIns="0" bIns="0" rIns="0">
            <a:spAutoFit/>
          </a:bodyPr>
          <a:lstStyle/>
          <a:p>
            <a:pPr algn="l" marL="0" indent="0" lvl="0">
              <a:lnSpc>
                <a:spcPts val="3948"/>
              </a:lnSpc>
              <a:spcBef>
                <a:spcPct val="0"/>
              </a:spcBef>
            </a:pPr>
            <a:r>
              <a:rPr lang="en-US" sz="3290" strike="noStrike" u="none">
                <a:solidFill>
                  <a:srgbClr val="000000"/>
                </a:solidFill>
                <a:latin typeface="Trebuchet MS"/>
                <a:ea typeface="Trebuchet MS"/>
                <a:cs typeface="Trebuchet MS"/>
                <a:sym typeface="Trebuchet MS"/>
              </a:rPr>
              <a:t>AICTE STU ID : STU6a6ca4c789ed91785504967</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0">
            <a:off x="9738484" y="5138738"/>
            <a:ext cx="10464870" cy="0"/>
          </a:xfrm>
          <a:prstGeom prst="line">
            <a:avLst/>
          </a:prstGeom>
          <a:ln cap="rnd" w="9525">
            <a:solidFill>
              <a:srgbClr val="5FCBEF"/>
            </a:solidFill>
            <a:prstDash val="solid"/>
            <a:headEnd type="none" len="sm" w="sm"/>
            <a:tailEnd type="none" len="sm" w="sm"/>
          </a:ln>
        </p:spPr>
      </p:sp>
      <p:sp>
        <p:nvSpPr>
          <p:cNvPr name="AutoShape 3" id="3"/>
          <p:cNvSpPr/>
          <p:nvPr/>
        </p:nvSpPr>
        <p:spPr>
          <a:xfrm rot="8776560">
            <a:off x="10406482" y="7899797"/>
            <a:ext cx="8608171" cy="0"/>
          </a:xfrm>
          <a:prstGeom prst="line">
            <a:avLst/>
          </a:prstGeom>
          <a:ln cap="rnd" w="9525">
            <a:solidFill>
              <a:srgbClr val="5FCBEF"/>
            </a:solidFill>
            <a:prstDash val="solid"/>
            <a:headEnd type="none" len="sm" w="sm"/>
            <a:tailEnd type="none" len="sm" w="sm"/>
          </a:ln>
        </p:spPr>
      </p:sp>
      <p:grpSp>
        <p:nvGrpSpPr>
          <p:cNvPr name="Group 4" id="4"/>
          <p:cNvGrpSpPr/>
          <p:nvPr/>
        </p:nvGrpSpPr>
        <p:grpSpPr>
          <a:xfrm rot="0">
            <a:off x="13772217" y="-12697"/>
            <a:ext cx="4511021" cy="10299697"/>
            <a:chOff x="0" y="0"/>
            <a:chExt cx="6014695" cy="13732929"/>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5FCBEF">
                <a:alpha val="12941"/>
              </a:srgbClr>
            </a:solidFill>
          </p:spPr>
        </p:sp>
      </p:grpSp>
      <p:grpSp>
        <p:nvGrpSpPr>
          <p:cNvPr name="Group 6" id="6"/>
          <p:cNvGrpSpPr/>
          <p:nvPr/>
        </p:nvGrpSpPr>
        <p:grpSpPr>
          <a:xfrm rot="0">
            <a:off x="14405162" y="-12697"/>
            <a:ext cx="3882838" cy="10299697"/>
            <a:chOff x="0" y="0"/>
            <a:chExt cx="5177117" cy="13732929"/>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5FCBEF">
                <a:alpha val="3922"/>
              </a:srgbClr>
            </a:solidFill>
          </p:spPr>
        </p:sp>
      </p:grpSp>
      <p:grpSp>
        <p:nvGrpSpPr>
          <p:cNvPr name="Group 8" id="8"/>
          <p:cNvGrpSpPr/>
          <p:nvPr/>
        </p:nvGrpSpPr>
        <p:grpSpPr>
          <a:xfrm rot="0">
            <a:off x="13398503" y="4572000"/>
            <a:ext cx="4889497" cy="5715000"/>
            <a:chOff x="0" y="0"/>
            <a:chExt cx="6519329"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17B0E4">
                <a:alpha val="43529"/>
              </a:srgbClr>
            </a:solidFill>
          </p:spPr>
        </p:sp>
      </p:grpSp>
      <p:grpSp>
        <p:nvGrpSpPr>
          <p:cNvPr name="Group 10" id="10"/>
          <p:cNvGrpSpPr/>
          <p:nvPr/>
        </p:nvGrpSpPr>
        <p:grpSpPr>
          <a:xfrm rot="0">
            <a:off x="14001750" y="-12697"/>
            <a:ext cx="4281488" cy="10299697"/>
            <a:chOff x="0" y="0"/>
            <a:chExt cx="5708650" cy="13732929"/>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17B0E4">
                <a:alpha val="24706"/>
              </a:srgbClr>
            </a:solidFill>
          </p:spPr>
        </p:sp>
      </p:grpSp>
      <p:grpSp>
        <p:nvGrpSpPr>
          <p:cNvPr name="Group 12" id="12"/>
          <p:cNvGrpSpPr/>
          <p:nvPr/>
        </p:nvGrpSpPr>
        <p:grpSpPr>
          <a:xfrm rot="0">
            <a:off x="16348091" y="-12697"/>
            <a:ext cx="1935137" cy="10299697"/>
            <a:chOff x="0" y="0"/>
            <a:chExt cx="2580183" cy="13732929"/>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2E83C3">
                <a:alpha val="48627"/>
              </a:srgbClr>
            </a:solidFill>
          </p:spPr>
        </p:sp>
      </p:grpSp>
      <p:grpSp>
        <p:nvGrpSpPr>
          <p:cNvPr name="Group 14" id="14"/>
          <p:cNvGrpSpPr/>
          <p:nvPr/>
        </p:nvGrpSpPr>
        <p:grpSpPr>
          <a:xfrm rot="0">
            <a:off x="16408498" y="-12697"/>
            <a:ext cx="1874739" cy="10299697"/>
            <a:chOff x="0" y="0"/>
            <a:chExt cx="2499652" cy="13732929"/>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236292">
                <a:alpha val="63922"/>
              </a:srgbClr>
            </a:solidFill>
          </p:spPr>
        </p:sp>
      </p:grpSp>
      <p:grpSp>
        <p:nvGrpSpPr>
          <p:cNvPr name="Group 16" id="16"/>
          <p:cNvGrpSpPr/>
          <p:nvPr/>
        </p:nvGrpSpPr>
        <p:grpSpPr>
          <a:xfrm rot="0">
            <a:off x="15557497" y="5384797"/>
            <a:ext cx="2725741" cy="4902203"/>
            <a:chOff x="0" y="0"/>
            <a:chExt cx="3634321" cy="6536271"/>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17B0E4">
                <a:alpha val="43529"/>
              </a:srgbClr>
            </a:solidFill>
          </p:spPr>
        </p:sp>
      </p:grpSp>
      <p:grpSp>
        <p:nvGrpSpPr>
          <p:cNvPr name="Group 18" id="18"/>
          <p:cNvGrpSpPr/>
          <p:nvPr/>
        </p:nvGrpSpPr>
        <p:grpSpPr>
          <a:xfrm rot="0">
            <a:off x="0" y="6019800"/>
            <a:ext cx="673103" cy="4267200"/>
            <a:chOff x="0" y="0"/>
            <a:chExt cx="897471"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5FCBEF">
                <a:alpha val="48627"/>
              </a:srgbClr>
            </a:solidFill>
          </p:spPr>
        </p:sp>
      </p:grpSp>
      <p:grpSp>
        <p:nvGrpSpPr>
          <p:cNvPr name="Group 20" id="20"/>
          <p:cNvGrpSpPr/>
          <p:nvPr/>
        </p:nvGrpSpPr>
        <p:grpSpPr>
          <a:xfrm rot="0">
            <a:off x="990590" y="9568358"/>
            <a:ext cx="4114800" cy="547688"/>
            <a:chOff x="0" y="0"/>
            <a:chExt cx="5486400" cy="730250"/>
          </a:xfrm>
        </p:grpSpPr>
        <p:sp>
          <p:nvSpPr>
            <p:cNvPr name="Freeform 21" id="21"/>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2">
                <a:alphaModFix amt="0"/>
              </a:blip>
              <a:stretch>
                <a:fillRect l="0" t="-96391" r="0" b="-96391"/>
              </a:stretch>
            </a:blipFill>
          </p:spPr>
        </p:sp>
        <p:sp>
          <p:nvSpPr>
            <p:cNvPr name="TextBox 22" id="22"/>
            <p:cNvSpPr txBox="true"/>
            <p:nvPr/>
          </p:nvSpPr>
          <p:spPr>
            <a:xfrm>
              <a:off x="0" y="-9525"/>
              <a:ext cx="5486400" cy="739775"/>
            </a:xfrm>
            <a:prstGeom prst="rect">
              <a:avLst/>
            </a:prstGeom>
          </p:spPr>
          <p:txBody>
            <a:bodyPr anchor="ctr" rtlCol="false" tIns="0" lIns="0" bIns="0" rIns="0"/>
            <a:lstStyle/>
            <a:p>
              <a:pPr algn="l">
                <a:lnSpc>
                  <a:spcPts val="1980"/>
                </a:lnSpc>
              </a:pPr>
              <a:r>
                <a:rPr lang="en-US" sz="1650">
                  <a:solidFill>
                    <a:srgbClr val="2E83C3"/>
                  </a:solidFill>
                  <a:latin typeface="Trebuchet MS"/>
                  <a:ea typeface="Trebuchet MS"/>
                  <a:cs typeface="Trebuchet MS"/>
                  <a:sym typeface="Trebuchet MS"/>
                </a:rPr>
                <a:t>9/9/2026</a:t>
              </a:r>
            </a:p>
          </p:txBody>
        </p:sp>
      </p:grpSp>
      <p:grpSp>
        <p:nvGrpSpPr>
          <p:cNvPr name="Group 23" id="23"/>
          <p:cNvGrpSpPr/>
          <p:nvPr/>
        </p:nvGrpSpPr>
        <p:grpSpPr>
          <a:xfrm rot="0">
            <a:off x="2168290" y="9568358"/>
            <a:ext cx="6172200" cy="547688"/>
            <a:chOff x="0" y="0"/>
            <a:chExt cx="8229600" cy="730250"/>
          </a:xfrm>
        </p:grpSpPr>
        <p:sp>
          <p:nvSpPr>
            <p:cNvPr name="Freeform 24" id="24"/>
            <p:cNvSpPr/>
            <p:nvPr/>
          </p:nvSpPr>
          <p:spPr>
            <a:xfrm flipH="false" flipV="false" rot="0">
              <a:off x="0" y="0"/>
              <a:ext cx="8229600" cy="730250"/>
            </a:xfrm>
            <a:custGeom>
              <a:avLst/>
              <a:gdLst/>
              <a:ahLst/>
              <a:cxnLst/>
              <a:rect r="r" b="b" t="t" l="l"/>
              <a:pathLst>
                <a:path h="730250" w="8229600">
                  <a:moveTo>
                    <a:pt x="0" y="0"/>
                  </a:moveTo>
                  <a:lnTo>
                    <a:pt x="8229600" y="0"/>
                  </a:lnTo>
                  <a:lnTo>
                    <a:pt x="8229600" y="730250"/>
                  </a:lnTo>
                  <a:lnTo>
                    <a:pt x="0" y="730250"/>
                  </a:lnTo>
                  <a:close/>
                </a:path>
              </a:pathLst>
            </a:custGeom>
            <a:blipFill>
              <a:blip r:embed="rId2">
                <a:alphaModFix amt="0"/>
              </a:blip>
              <a:stretch>
                <a:fillRect l="0" t="-169587" r="0" b="-169587"/>
              </a:stretch>
            </a:blipFill>
          </p:spPr>
        </p:sp>
        <p:sp>
          <p:nvSpPr>
            <p:cNvPr name="TextBox 25" id="25"/>
            <p:cNvSpPr txBox="true"/>
            <p:nvPr/>
          </p:nvSpPr>
          <p:spPr>
            <a:xfrm>
              <a:off x="0" y="-9525"/>
              <a:ext cx="8229600" cy="739775"/>
            </a:xfrm>
            <a:prstGeom prst="rect">
              <a:avLst/>
            </a:prstGeom>
          </p:spPr>
          <p:txBody>
            <a:bodyPr anchor="ctr" rtlCol="false" tIns="0" lIns="0" bIns="0" rIns="0"/>
            <a:lstStyle/>
            <a:p>
              <a:pPr algn="l">
                <a:lnSpc>
                  <a:spcPts val="1980"/>
                </a:lnSpc>
              </a:pPr>
              <a:r>
                <a:rPr lang="en-US" sz="1650" b="true">
                  <a:solidFill>
                    <a:srgbClr val="2E83C3"/>
                  </a:solidFill>
                  <a:latin typeface="Trebuchet MS Bold"/>
                  <a:ea typeface="Trebuchet MS Bold"/>
                  <a:cs typeface="Trebuchet MS Bold"/>
                  <a:sym typeface="Trebuchet MS Bold"/>
                </a:rPr>
                <a:t>Annual Review</a:t>
              </a:r>
            </a:p>
          </p:txBody>
        </p:sp>
      </p:grpSp>
      <p:grpSp>
        <p:nvGrpSpPr>
          <p:cNvPr name="Group 26" id="26"/>
          <p:cNvGrpSpPr/>
          <p:nvPr/>
        </p:nvGrpSpPr>
        <p:grpSpPr>
          <a:xfrm rot="0">
            <a:off x="13208003" y="9568358"/>
            <a:ext cx="4114800" cy="547688"/>
            <a:chOff x="0" y="0"/>
            <a:chExt cx="5486400" cy="730250"/>
          </a:xfrm>
        </p:grpSpPr>
        <p:sp>
          <p:nvSpPr>
            <p:cNvPr name="Freeform 27" id="27"/>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2">
                <a:alphaModFix amt="0"/>
              </a:blip>
              <a:stretch>
                <a:fillRect l="0" t="-96391" r="0" b="-96391"/>
              </a:stretch>
            </a:blipFill>
          </p:spPr>
        </p:sp>
        <p:sp>
          <p:nvSpPr>
            <p:cNvPr name="TextBox 28" id="28"/>
            <p:cNvSpPr txBox="true"/>
            <p:nvPr/>
          </p:nvSpPr>
          <p:spPr>
            <a:xfrm>
              <a:off x="0" y="-9525"/>
              <a:ext cx="5486400" cy="739775"/>
            </a:xfrm>
            <a:prstGeom prst="rect">
              <a:avLst/>
            </a:prstGeom>
          </p:spPr>
          <p:txBody>
            <a:bodyPr anchor="ctr" rtlCol="false" tIns="0" lIns="0" bIns="0" rIns="0"/>
            <a:lstStyle/>
            <a:p>
              <a:pPr algn="r">
                <a:lnSpc>
                  <a:spcPts val="1980"/>
                </a:lnSpc>
              </a:pPr>
              <a:r>
                <a:rPr lang="en-US" sz="1650">
                  <a:solidFill>
                    <a:srgbClr val="2E946B"/>
                  </a:solidFill>
                  <a:latin typeface="Trebuchet MS"/>
                  <a:ea typeface="Trebuchet MS"/>
                  <a:cs typeface="Trebuchet MS"/>
                  <a:sym typeface="Trebuchet MS"/>
                </a:rPr>
                <a:t>‹#›</a:t>
              </a:r>
            </a:p>
          </p:txBody>
        </p:sp>
      </p:grpSp>
      <p:grpSp>
        <p:nvGrpSpPr>
          <p:cNvPr name="Group 29" id="29"/>
          <p:cNvGrpSpPr/>
          <p:nvPr/>
        </p:nvGrpSpPr>
        <p:grpSpPr>
          <a:xfrm rot="0">
            <a:off x="14031687" y="8045977"/>
            <a:ext cx="685800" cy="685800"/>
            <a:chOff x="0" y="0"/>
            <a:chExt cx="914400" cy="914400"/>
          </a:xfrm>
        </p:grpSpPr>
        <p:sp>
          <p:nvSpPr>
            <p:cNvPr name="Freeform 30" id="30"/>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solidFill>
              <a:srgbClr val="42B051"/>
            </a:solidFill>
          </p:spPr>
        </p:sp>
      </p:grpSp>
      <p:grpSp>
        <p:nvGrpSpPr>
          <p:cNvPr name="Group 31" id="31"/>
          <p:cNvGrpSpPr/>
          <p:nvPr/>
        </p:nvGrpSpPr>
        <p:grpSpPr>
          <a:xfrm rot="0">
            <a:off x="14031687" y="8846610"/>
            <a:ext cx="269967" cy="269967"/>
            <a:chOff x="0" y="0"/>
            <a:chExt cx="359956" cy="359956"/>
          </a:xfrm>
        </p:grpSpPr>
        <p:sp>
          <p:nvSpPr>
            <p:cNvPr name="Freeform 32" id="32"/>
            <p:cNvSpPr/>
            <p:nvPr/>
          </p:nvSpPr>
          <p:spPr>
            <a:xfrm flipH="false" flipV="false" rot="0">
              <a:off x="0" y="0"/>
              <a:ext cx="359918" cy="359918"/>
            </a:xfrm>
            <a:custGeom>
              <a:avLst/>
              <a:gdLst/>
              <a:ahLst/>
              <a:cxnLst/>
              <a:rect r="r" b="b" t="t" l="l"/>
              <a:pathLst>
                <a:path h="359918" w="359918">
                  <a:moveTo>
                    <a:pt x="0" y="0"/>
                  </a:moveTo>
                  <a:lnTo>
                    <a:pt x="359918" y="0"/>
                  </a:lnTo>
                  <a:lnTo>
                    <a:pt x="359918" y="359918"/>
                  </a:lnTo>
                  <a:lnTo>
                    <a:pt x="0" y="359918"/>
                  </a:lnTo>
                  <a:close/>
                </a:path>
              </a:pathLst>
            </a:custGeom>
            <a:solidFill>
              <a:srgbClr val="2E946B"/>
            </a:solidFill>
          </p:spPr>
        </p:sp>
      </p:grpSp>
      <p:sp>
        <p:nvSpPr>
          <p:cNvPr name="TextBox 33" id="33"/>
          <p:cNvSpPr txBox="true"/>
          <p:nvPr/>
        </p:nvSpPr>
        <p:spPr>
          <a:xfrm rot="0">
            <a:off x="1223343" y="2430233"/>
            <a:ext cx="11332473" cy="5404312"/>
          </a:xfrm>
          <a:prstGeom prst="rect">
            <a:avLst/>
          </a:prstGeom>
        </p:spPr>
        <p:txBody>
          <a:bodyPr anchor="t" rtlCol="false" tIns="0" lIns="0" bIns="0" rIns="0">
            <a:spAutoFit/>
          </a:bodyPr>
          <a:lstStyle/>
          <a:p>
            <a:pPr algn="l" marL="0" indent="0" lvl="0">
              <a:lnSpc>
                <a:spcPts val="3947"/>
              </a:lnSpc>
              <a:spcBef>
                <a:spcPct val="0"/>
              </a:spcBef>
            </a:pPr>
            <a:r>
              <a:rPr lang="en-US" sz="3289" strike="noStrike" u="none">
                <a:solidFill>
                  <a:srgbClr val="000000"/>
                </a:solidFill>
                <a:latin typeface="Trebuchet MS"/>
                <a:ea typeface="Trebuchet MS"/>
                <a:cs typeface="Trebuchet MS"/>
                <a:sym typeface="Trebuchet MS"/>
              </a:rPr>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p>
        </p:txBody>
      </p:sp>
      <p:sp>
        <p:nvSpPr>
          <p:cNvPr name="TextBox 34" id="34"/>
          <p:cNvSpPr txBox="true"/>
          <p:nvPr/>
        </p:nvSpPr>
        <p:spPr>
          <a:xfrm rot="0">
            <a:off x="1028700" y="1028700"/>
            <a:ext cx="10310527" cy="990600"/>
          </a:xfrm>
          <a:prstGeom prst="rect">
            <a:avLst/>
          </a:prstGeom>
        </p:spPr>
        <p:txBody>
          <a:bodyPr anchor="t" rtlCol="false" tIns="0" lIns="0" bIns="0" rIns="0">
            <a:spAutoFit/>
          </a:bodyPr>
          <a:lstStyle/>
          <a:p>
            <a:pPr algn="l">
              <a:lnSpc>
                <a:spcPts val="7776"/>
              </a:lnSpc>
            </a:pPr>
            <a:r>
              <a:rPr lang="en-US" sz="6480" b="true">
                <a:solidFill>
                  <a:srgbClr val="000000"/>
                </a:solidFill>
                <a:latin typeface="Cooper BT Bold"/>
                <a:ea typeface="Cooper BT Bold"/>
                <a:cs typeface="Cooper BT Bold"/>
                <a:sym typeface="Cooper BT Bold"/>
              </a:rPr>
              <a:t>PROBLEM  STATEMENT</a:t>
            </a:r>
          </a:p>
        </p:txBody>
      </p:sp>
      <p:grpSp>
        <p:nvGrpSpPr>
          <p:cNvPr name="Group 35" id="35"/>
          <p:cNvGrpSpPr/>
          <p:nvPr/>
        </p:nvGrpSpPr>
        <p:grpSpPr>
          <a:xfrm rot="0">
            <a:off x="12262769" y="4511644"/>
            <a:ext cx="4141137" cy="4896612"/>
            <a:chOff x="0" y="0"/>
            <a:chExt cx="5521516" cy="6528816"/>
          </a:xfrm>
        </p:grpSpPr>
        <p:sp>
          <p:nvSpPr>
            <p:cNvPr name="Freeform 36" id="36"/>
            <p:cNvSpPr/>
            <p:nvPr/>
          </p:nvSpPr>
          <p:spPr>
            <a:xfrm flipH="false" flipV="false" rot="0">
              <a:off x="0" y="0"/>
              <a:ext cx="5521579" cy="6528816"/>
            </a:xfrm>
            <a:custGeom>
              <a:avLst/>
              <a:gdLst/>
              <a:ahLst/>
              <a:cxnLst/>
              <a:rect r="r" b="b" t="t" l="l"/>
              <a:pathLst>
                <a:path h="6528816" w="5521579">
                  <a:moveTo>
                    <a:pt x="0" y="0"/>
                  </a:moveTo>
                  <a:lnTo>
                    <a:pt x="5521579" y="0"/>
                  </a:lnTo>
                  <a:lnTo>
                    <a:pt x="5521579" y="6528816"/>
                  </a:lnTo>
                  <a:lnTo>
                    <a:pt x="0" y="6528816"/>
                  </a:lnTo>
                  <a:lnTo>
                    <a:pt x="0" y="0"/>
                  </a:lnTo>
                  <a:close/>
                </a:path>
              </a:pathLst>
            </a:custGeom>
            <a:blipFill>
              <a:blip r:embed="rId3"/>
              <a:stretch>
                <a:fillRect l="0" t="0" r="1" b="0"/>
              </a:stretch>
            </a:blipFill>
          </p:spPr>
        </p:sp>
      </p:grpSp>
      <p:grpSp>
        <p:nvGrpSpPr>
          <p:cNvPr name="Group 37" id="37"/>
          <p:cNvGrpSpPr/>
          <p:nvPr/>
        </p:nvGrpSpPr>
        <p:grpSpPr>
          <a:xfrm rot="0">
            <a:off x="1013936" y="9707880"/>
            <a:ext cx="3214688" cy="289560"/>
            <a:chOff x="0" y="0"/>
            <a:chExt cx="4286250" cy="386080"/>
          </a:xfrm>
        </p:grpSpPr>
        <p:sp>
          <p:nvSpPr>
            <p:cNvPr name="Freeform 38" id="38"/>
            <p:cNvSpPr/>
            <p:nvPr/>
          </p:nvSpPr>
          <p:spPr>
            <a:xfrm flipH="false" flipV="false" rot="0">
              <a:off x="0" y="0"/>
              <a:ext cx="4286250" cy="386080"/>
            </a:xfrm>
            <a:custGeom>
              <a:avLst/>
              <a:gdLst/>
              <a:ahLst/>
              <a:cxnLst/>
              <a:rect r="r" b="b" t="t" l="l"/>
              <a:pathLst>
                <a:path h="386080" w="4286250">
                  <a:moveTo>
                    <a:pt x="0" y="0"/>
                  </a:moveTo>
                  <a:lnTo>
                    <a:pt x="4286250" y="0"/>
                  </a:lnTo>
                  <a:lnTo>
                    <a:pt x="4286250" y="386080"/>
                  </a:lnTo>
                  <a:lnTo>
                    <a:pt x="0" y="386080"/>
                  </a:lnTo>
                  <a:lnTo>
                    <a:pt x="0" y="0"/>
                  </a:lnTo>
                  <a:close/>
                </a:path>
              </a:pathLst>
            </a:custGeom>
            <a:blipFill>
              <a:blip r:embed="rId4"/>
              <a:stretch>
                <a:fillRect l="0" t="-2518486" r="-135857" b="0"/>
              </a:stretch>
            </a:blipFill>
          </p:spPr>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2F2F2"/>
        </a:solidFill>
      </p:bgPr>
    </p:bg>
    <p:spTree>
      <p:nvGrpSpPr>
        <p:cNvPr id="1" name=""/>
        <p:cNvGrpSpPr/>
        <p:nvPr/>
      </p:nvGrpSpPr>
      <p:grpSpPr>
        <a:xfrm>
          <a:off x="0" y="0"/>
          <a:ext cx="0" cy="0"/>
          <a:chOff x="0" y="0"/>
          <a:chExt cx="0" cy="0"/>
        </a:xfrm>
      </p:grpSpPr>
      <p:sp>
        <p:nvSpPr>
          <p:cNvPr name="AutoShape 2" id="2"/>
          <p:cNvSpPr/>
          <p:nvPr/>
        </p:nvSpPr>
        <p:spPr>
          <a:xfrm rot="4791360">
            <a:off x="9738484" y="5138738"/>
            <a:ext cx="10464870" cy="0"/>
          </a:xfrm>
          <a:prstGeom prst="line">
            <a:avLst/>
          </a:prstGeom>
          <a:ln cap="rnd" w="9525">
            <a:solidFill>
              <a:srgbClr val="5FCBEF"/>
            </a:solidFill>
            <a:prstDash val="solid"/>
            <a:headEnd type="none" len="sm" w="sm"/>
            <a:tailEnd type="none" len="sm" w="sm"/>
          </a:ln>
        </p:spPr>
      </p:sp>
      <p:sp>
        <p:nvSpPr>
          <p:cNvPr name="AutoShape 3" id="3"/>
          <p:cNvSpPr/>
          <p:nvPr/>
        </p:nvSpPr>
        <p:spPr>
          <a:xfrm rot="8776560">
            <a:off x="10406482" y="7899797"/>
            <a:ext cx="8608171" cy="0"/>
          </a:xfrm>
          <a:prstGeom prst="line">
            <a:avLst/>
          </a:prstGeom>
          <a:ln cap="rnd" w="9525">
            <a:solidFill>
              <a:srgbClr val="5FCBEF"/>
            </a:solidFill>
            <a:prstDash val="solid"/>
            <a:headEnd type="none" len="sm" w="sm"/>
            <a:tailEnd type="none" len="sm" w="sm"/>
          </a:ln>
        </p:spPr>
      </p:sp>
      <p:grpSp>
        <p:nvGrpSpPr>
          <p:cNvPr name="Group 4" id="4"/>
          <p:cNvGrpSpPr/>
          <p:nvPr/>
        </p:nvGrpSpPr>
        <p:grpSpPr>
          <a:xfrm rot="0">
            <a:off x="13772217" y="-12697"/>
            <a:ext cx="4511021" cy="10299697"/>
            <a:chOff x="0" y="0"/>
            <a:chExt cx="6014695" cy="13732929"/>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5FCBEF">
                <a:alpha val="12941"/>
              </a:srgbClr>
            </a:solidFill>
          </p:spPr>
        </p:sp>
      </p:grpSp>
      <p:grpSp>
        <p:nvGrpSpPr>
          <p:cNvPr name="Group 6" id="6"/>
          <p:cNvGrpSpPr/>
          <p:nvPr/>
        </p:nvGrpSpPr>
        <p:grpSpPr>
          <a:xfrm rot="0">
            <a:off x="14405162" y="-12697"/>
            <a:ext cx="3882838" cy="10299697"/>
            <a:chOff x="0" y="0"/>
            <a:chExt cx="5177117" cy="13732929"/>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5FCBEF">
                <a:alpha val="3922"/>
              </a:srgbClr>
            </a:solidFill>
          </p:spPr>
        </p:sp>
      </p:grpSp>
      <p:grpSp>
        <p:nvGrpSpPr>
          <p:cNvPr name="Group 8" id="8"/>
          <p:cNvGrpSpPr/>
          <p:nvPr/>
        </p:nvGrpSpPr>
        <p:grpSpPr>
          <a:xfrm rot="0">
            <a:off x="13398503" y="4572000"/>
            <a:ext cx="4889497" cy="5715000"/>
            <a:chOff x="0" y="0"/>
            <a:chExt cx="6519329"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17B0E4">
                <a:alpha val="43529"/>
              </a:srgbClr>
            </a:solidFill>
          </p:spPr>
        </p:sp>
      </p:grpSp>
      <p:grpSp>
        <p:nvGrpSpPr>
          <p:cNvPr name="Group 10" id="10"/>
          <p:cNvGrpSpPr/>
          <p:nvPr/>
        </p:nvGrpSpPr>
        <p:grpSpPr>
          <a:xfrm rot="0">
            <a:off x="14001750" y="-12697"/>
            <a:ext cx="4281488" cy="10299697"/>
            <a:chOff x="0" y="0"/>
            <a:chExt cx="5708650" cy="13732929"/>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17B0E4">
                <a:alpha val="24706"/>
              </a:srgbClr>
            </a:solidFill>
          </p:spPr>
        </p:sp>
      </p:grpSp>
      <p:grpSp>
        <p:nvGrpSpPr>
          <p:cNvPr name="Group 12" id="12"/>
          <p:cNvGrpSpPr/>
          <p:nvPr/>
        </p:nvGrpSpPr>
        <p:grpSpPr>
          <a:xfrm rot="0">
            <a:off x="16348091" y="-12697"/>
            <a:ext cx="1935137" cy="10299697"/>
            <a:chOff x="0" y="0"/>
            <a:chExt cx="2580183" cy="13732929"/>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2E83C3">
                <a:alpha val="48627"/>
              </a:srgbClr>
            </a:solidFill>
          </p:spPr>
        </p:sp>
      </p:grpSp>
      <p:grpSp>
        <p:nvGrpSpPr>
          <p:cNvPr name="Group 14" id="14"/>
          <p:cNvGrpSpPr/>
          <p:nvPr/>
        </p:nvGrpSpPr>
        <p:grpSpPr>
          <a:xfrm rot="0">
            <a:off x="16408498" y="-12697"/>
            <a:ext cx="1874739" cy="10299697"/>
            <a:chOff x="0" y="0"/>
            <a:chExt cx="2499652" cy="13732929"/>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236292">
                <a:alpha val="63922"/>
              </a:srgbClr>
            </a:solidFill>
          </p:spPr>
        </p:sp>
      </p:grpSp>
      <p:grpSp>
        <p:nvGrpSpPr>
          <p:cNvPr name="Group 16" id="16"/>
          <p:cNvGrpSpPr/>
          <p:nvPr/>
        </p:nvGrpSpPr>
        <p:grpSpPr>
          <a:xfrm rot="0">
            <a:off x="15557497" y="5384797"/>
            <a:ext cx="2725741" cy="4902203"/>
            <a:chOff x="0" y="0"/>
            <a:chExt cx="3634321" cy="6536271"/>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17B0E4">
                <a:alpha val="43529"/>
              </a:srgbClr>
            </a:solidFill>
          </p:spPr>
        </p:sp>
      </p:grpSp>
      <p:grpSp>
        <p:nvGrpSpPr>
          <p:cNvPr name="Group 18" id="18"/>
          <p:cNvGrpSpPr/>
          <p:nvPr/>
        </p:nvGrpSpPr>
        <p:grpSpPr>
          <a:xfrm rot="0">
            <a:off x="0" y="6019800"/>
            <a:ext cx="673103" cy="4267200"/>
            <a:chOff x="0" y="0"/>
            <a:chExt cx="897471"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5FCBEF">
                <a:alpha val="48627"/>
              </a:srgbClr>
            </a:solidFill>
          </p:spPr>
        </p:sp>
      </p:grpSp>
      <p:grpSp>
        <p:nvGrpSpPr>
          <p:cNvPr name="Group 20" id="20"/>
          <p:cNvGrpSpPr/>
          <p:nvPr/>
        </p:nvGrpSpPr>
        <p:grpSpPr>
          <a:xfrm rot="0">
            <a:off x="990590" y="9568358"/>
            <a:ext cx="4114800" cy="547688"/>
            <a:chOff x="0" y="0"/>
            <a:chExt cx="5486400" cy="730250"/>
          </a:xfrm>
        </p:grpSpPr>
        <p:sp>
          <p:nvSpPr>
            <p:cNvPr name="Freeform 21" id="21"/>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2">
                <a:alphaModFix amt="0"/>
              </a:blip>
              <a:stretch>
                <a:fillRect l="0" t="-96391" r="0" b="-96391"/>
              </a:stretch>
            </a:blipFill>
          </p:spPr>
        </p:sp>
        <p:sp>
          <p:nvSpPr>
            <p:cNvPr name="TextBox 22" id="22"/>
            <p:cNvSpPr txBox="true"/>
            <p:nvPr/>
          </p:nvSpPr>
          <p:spPr>
            <a:xfrm>
              <a:off x="0" y="-9525"/>
              <a:ext cx="5486400" cy="739775"/>
            </a:xfrm>
            <a:prstGeom prst="rect">
              <a:avLst/>
            </a:prstGeom>
          </p:spPr>
          <p:txBody>
            <a:bodyPr anchor="ctr" rtlCol="false" tIns="0" lIns="0" bIns="0" rIns="0"/>
            <a:lstStyle/>
            <a:p>
              <a:pPr algn="l">
                <a:lnSpc>
                  <a:spcPts val="1980"/>
                </a:lnSpc>
              </a:pPr>
              <a:r>
                <a:rPr lang="en-US" sz="1650">
                  <a:solidFill>
                    <a:srgbClr val="2E83C3"/>
                  </a:solidFill>
                  <a:latin typeface="Trebuchet MS"/>
                  <a:ea typeface="Trebuchet MS"/>
                  <a:cs typeface="Trebuchet MS"/>
                  <a:sym typeface="Trebuchet MS"/>
                </a:rPr>
                <a:t>9/9/2026</a:t>
              </a:r>
            </a:p>
          </p:txBody>
        </p:sp>
      </p:grpSp>
      <p:grpSp>
        <p:nvGrpSpPr>
          <p:cNvPr name="Group 23" id="23"/>
          <p:cNvGrpSpPr/>
          <p:nvPr/>
        </p:nvGrpSpPr>
        <p:grpSpPr>
          <a:xfrm rot="0">
            <a:off x="2168290" y="9568358"/>
            <a:ext cx="6172200" cy="547688"/>
            <a:chOff x="0" y="0"/>
            <a:chExt cx="8229600" cy="730250"/>
          </a:xfrm>
        </p:grpSpPr>
        <p:sp>
          <p:nvSpPr>
            <p:cNvPr name="Freeform 24" id="24"/>
            <p:cNvSpPr/>
            <p:nvPr/>
          </p:nvSpPr>
          <p:spPr>
            <a:xfrm flipH="false" flipV="false" rot="0">
              <a:off x="0" y="0"/>
              <a:ext cx="8229600" cy="730250"/>
            </a:xfrm>
            <a:custGeom>
              <a:avLst/>
              <a:gdLst/>
              <a:ahLst/>
              <a:cxnLst/>
              <a:rect r="r" b="b" t="t" l="l"/>
              <a:pathLst>
                <a:path h="730250" w="8229600">
                  <a:moveTo>
                    <a:pt x="0" y="0"/>
                  </a:moveTo>
                  <a:lnTo>
                    <a:pt x="8229600" y="0"/>
                  </a:lnTo>
                  <a:lnTo>
                    <a:pt x="8229600" y="730250"/>
                  </a:lnTo>
                  <a:lnTo>
                    <a:pt x="0" y="730250"/>
                  </a:lnTo>
                  <a:close/>
                </a:path>
              </a:pathLst>
            </a:custGeom>
            <a:blipFill>
              <a:blip r:embed="rId2">
                <a:alphaModFix amt="0"/>
              </a:blip>
              <a:stretch>
                <a:fillRect l="0" t="-169587" r="0" b="-169587"/>
              </a:stretch>
            </a:blipFill>
          </p:spPr>
        </p:sp>
        <p:sp>
          <p:nvSpPr>
            <p:cNvPr name="TextBox 25" id="25"/>
            <p:cNvSpPr txBox="true"/>
            <p:nvPr/>
          </p:nvSpPr>
          <p:spPr>
            <a:xfrm>
              <a:off x="0" y="-9525"/>
              <a:ext cx="8229600" cy="739775"/>
            </a:xfrm>
            <a:prstGeom prst="rect">
              <a:avLst/>
            </a:prstGeom>
          </p:spPr>
          <p:txBody>
            <a:bodyPr anchor="ctr" rtlCol="false" tIns="0" lIns="0" bIns="0" rIns="0"/>
            <a:lstStyle/>
            <a:p>
              <a:pPr algn="l">
                <a:lnSpc>
                  <a:spcPts val="1980"/>
                </a:lnSpc>
              </a:pPr>
              <a:r>
                <a:rPr lang="en-US" sz="1650" b="true">
                  <a:solidFill>
                    <a:srgbClr val="2E83C3"/>
                  </a:solidFill>
                  <a:latin typeface="Trebuchet MS Bold"/>
                  <a:ea typeface="Trebuchet MS Bold"/>
                  <a:cs typeface="Trebuchet MS Bold"/>
                  <a:sym typeface="Trebuchet MS Bold"/>
                </a:rPr>
                <a:t>Annual Review</a:t>
              </a:r>
            </a:p>
          </p:txBody>
        </p:sp>
      </p:grpSp>
      <p:grpSp>
        <p:nvGrpSpPr>
          <p:cNvPr name="Group 26" id="26"/>
          <p:cNvGrpSpPr/>
          <p:nvPr/>
        </p:nvGrpSpPr>
        <p:grpSpPr>
          <a:xfrm rot="0">
            <a:off x="13208003" y="9568358"/>
            <a:ext cx="4114800" cy="547688"/>
            <a:chOff x="0" y="0"/>
            <a:chExt cx="5486400" cy="730250"/>
          </a:xfrm>
        </p:grpSpPr>
        <p:sp>
          <p:nvSpPr>
            <p:cNvPr name="Freeform 27" id="27"/>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2">
                <a:alphaModFix amt="0"/>
              </a:blip>
              <a:stretch>
                <a:fillRect l="0" t="-96391" r="0" b="-96391"/>
              </a:stretch>
            </a:blipFill>
          </p:spPr>
        </p:sp>
        <p:sp>
          <p:nvSpPr>
            <p:cNvPr name="TextBox 28" id="28"/>
            <p:cNvSpPr txBox="true"/>
            <p:nvPr/>
          </p:nvSpPr>
          <p:spPr>
            <a:xfrm>
              <a:off x="0" y="-9525"/>
              <a:ext cx="5486400" cy="739775"/>
            </a:xfrm>
            <a:prstGeom prst="rect">
              <a:avLst/>
            </a:prstGeom>
          </p:spPr>
          <p:txBody>
            <a:bodyPr anchor="ctr" rtlCol="false" tIns="0" lIns="0" bIns="0" rIns="0"/>
            <a:lstStyle/>
            <a:p>
              <a:pPr algn="r">
                <a:lnSpc>
                  <a:spcPts val="1980"/>
                </a:lnSpc>
              </a:pPr>
              <a:r>
                <a:rPr lang="en-US" sz="1650">
                  <a:solidFill>
                    <a:srgbClr val="2E946B"/>
                  </a:solidFill>
                  <a:latin typeface="Trebuchet MS"/>
                  <a:ea typeface="Trebuchet MS"/>
                  <a:cs typeface="Trebuchet MS"/>
                  <a:sym typeface="Trebuchet MS"/>
                </a:rPr>
                <a:t>‹#›</a:t>
              </a:r>
            </a:p>
          </p:txBody>
        </p:sp>
      </p:grpSp>
      <p:grpSp>
        <p:nvGrpSpPr>
          <p:cNvPr name="Group 29" id="29"/>
          <p:cNvGrpSpPr/>
          <p:nvPr/>
        </p:nvGrpSpPr>
        <p:grpSpPr>
          <a:xfrm rot="0">
            <a:off x="14031687" y="8045977"/>
            <a:ext cx="685800" cy="685800"/>
            <a:chOff x="0" y="0"/>
            <a:chExt cx="914400" cy="914400"/>
          </a:xfrm>
        </p:grpSpPr>
        <p:sp>
          <p:nvSpPr>
            <p:cNvPr name="Freeform 30" id="30"/>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solidFill>
              <a:srgbClr val="42B051"/>
            </a:solidFill>
          </p:spPr>
        </p:sp>
      </p:grpSp>
      <p:grpSp>
        <p:nvGrpSpPr>
          <p:cNvPr name="Group 31" id="31"/>
          <p:cNvGrpSpPr/>
          <p:nvPr/>
        </p:nvGrpSpPr>
        <p:grpSpPr>
          <a:xfrm rot="0">
            <a:off x="14717487" y="773916"/>
            <a:ext cx="479622" cy="479622"/>
            <a:chOff x="0" y="0"/>
            <a:chExt cx="639496" cy="639496"/>
          </a:xfrm>
        </p:grpSpPr>
        <p:sp>
          <p:nvSpPr>
            <p:cNvPr name="Freeform 32" id="32"/>
            <p:cNvSpPr/>
            <p:nvPr/>
          </p:nvSpPr>
          <p:spPr>
            <a:xfrm flipH="false" flipV="false" rot="0">
              <a:off x="0" y="0"/>
              <a:ext cx="639445" cy="639445"/>
            </a:xfrm>
            <a:custGeom>
              <a:avLst/>
              <a:gdLst/>
              <a:ahLst/>
              <a:cxnLst/>
              <a:rect r="r" b="b" t="t" l="l"/>
              <a:pathLst>
                <a:path h="639445" w="639445">
                  <a:moveTo>
                    <a:pt x="0" y="0"/>
                  </a:moveTo>
                  <a:lnTo>
                    <a:pt x="639445" y="0"/>
                  </a:lnTo>
                  <a:lnTo>
                    <a:pt x="639445" y="639445"/>
                  </a:lnTo>
                  <a:lnTo>
                    <a:pt x="0" y="639445"/>
                  </a:lnTo>
                  <a:close/>
                </a:path>
              </a:pathLst>
            </a:custGeom>
            <a:solidFill>
              <a:srgbClr val="2E83C3"/>
            </a:solidFill>
          </p:spPr>
        </p:sp>
      </p:grpSp>
      <p:grpSp>
        <p:nvGrpSpPr>
          <p:cNvPr name="Group 33" id="33"/>
          <p:cNvGrpSpPr/>
          <p:nvPr/>
        </p:nvGrpSpPr>
        <p:grpSpPr>
          <a:xfrm rot="0">
            <a:off x="14031687" y="8846610"/>
            <a:ext cx="269967" cy="269967"/>
            <a:chOff x="0" y="0"/>
            <a:chExt cx="359956" cy="359956"/>
          </a:xfrm>
        </p:grpSpPr>
        <p:sp>
          <p:nvSpPr>
            <p:cNvPr name="Freeform 34" id="34"/>
            <p:cNvSpPr/>
            <p:nvPr/>
          </p:nvSpPr>
          <p:spPr>
            <a:xfrm flipH="false" flipV="false" rot="0">
              <a:off x="0" y="0"/>
              <a:ext cx="359918" cy="359918"/>
            </a:xfrm>
            <a:custGeom>
              <a:avLst/>
              <a:gdLst/>
              <a:ahLst/>
              <a:cxnLst/>
              <a:rect r="r" b="b" t="t" l="l"/>
              <a:pathLst>
                <a:path h="359918" w="359918">
                  <a:moveTo>
                    <a:pt x="0" y="0"/>
                  </a:moveTo>
                  <a:lnTo>
                    <a:pt x="359918" y="0"/>
                  </a:lnTo>
                  <a:lnTo>
                    <a:pt x="359918" y="359918"/>
                  </a:lnTo>
                  <a:lnTo>
                    <a:pt x="0" y="359918"/>
                  </a:lnTo>
                  <a:close/>
                </a:path>
              </a:pathLst>
            </a:custGeom>
            <a:solidFill>
              <a:srgbClr val="2E946B"/>
            </a:solidFill>
          </p:spPr>
        </p:sp>
      </p:grpSp>
      <p:sp>
        <p:nvSpPr>
          <p:cNvPr name="TextBox 35" id="35"/>
          <p:cNvSpPr txBox="true"/>
          <p:nvPr/>
        </p:nvSpPr>
        <p:spPr>
          <a:xfrm rot="0">
            <a:off x="1028700" y="291960"/>
            <a:ext cx="9231287" cy="2952750"/>
          </a:xfrm>
          <a:prstGeom prst="rect">
            <a:avLst/>
          </a:prstGeom>
        </p:spPr>
        <p:txBody>
          <a:bodyPr anchor="t" rtlCol="false" tIns="0" lIns="0" bIns="0" rIns="0">
            <a:spAutoFit/>
          </a:bodyPr>
          <a:lstStyle/>
          <a:p>
            <a:pPr algn="l">
              <a:lnSpc>
                <a:spcPts val="7776"/>
              </a:lnSpc>
            </a:pPr>
            <a:r>
              <a:rPr lang="en-US" sz="6480" b="true">
                <a:solidFill>
                  <a:srgbClr val="000000"/>
                </a:solidFill>
                <a:latin typeface="Cooper BT Bold"/>
                <a:ea typeface="Cooper BT Bold"/>
                <a:cs typeface="Cooper BT Bold"/>
                <a:sym typeface="Cooper BT Bold"/>
              </a:rPr>
              <a:t>Project Description</a:t>
            </a:r>
          </a:p>
          <a:p>
            <a:pPr algn="l">
              <a:lnSpc>
                <a:spcPts val="7776"/>
              </a:lnSpc>
            </a:pPr>
          </a:p>
          <a:p>
            <a:pPr algn="l">
              <a:lnSpc>
                <a:spcPts val="7776"/>
              </a:lnSpc>
            </a:pPr>
          </a:p>
        </p:txBody>
      </p:sp>
      <p:grpSp>
        <p:nvGrpSpPr>
          <p:cNvPr name="Group 36" id="36"/>
          <p:cNvGrpSpPr/>
          <p:nvPr/>
        </p:nvGrpSpPr>
        <p:grpSpPr>
          <a:xfrm rot="0">
            <a:off x="1013936" y="9707880"/>
            <a:ext cx="3214688" cy="289560"/>
            <a:chOff x="0" y="0"/>
            <a:chExt cx="4286250" cy="386080"/>
          </a:xfrm>
        </p:grpSpPr>
        <p:sp>
          <p:nvSpPr>
            <p:cNvPr name="Freeform 37" id="37"/>
            <p:cNvSpPr/>
            <p:nvPr/>
          </p:nvSpPr>
          <p:spPr>
            <a:xfrm flipH="false" flipV="false" rot="0">
              <a:off x="0" y="0"/>
              <a:ext cx="4286250" cy="386080"/>
            </a:xfrm>
            <a:custGeom>
              <a:avLst/>
              <a:gdLst/>
              <a:ahLst/>
              <a:cxnLst/>
              <a:rect r="r" b="b" t="t" l="l"/>
              <a:pathLst>
                <a:path h="386080" w="4286250">
                  <a:moveTo>
                    <a:pt x="0" y="0"/>
                  </a:moveTo>
                  <a:lnTo>
                    <a:pt x="4286250" y="0"/>
                  </a:lnTo>
                  <a:lnTo>
                    <a:pt x="4286250" y="386080"/>
                  </a:lnTo>
                  <a:lnTo>
                    <a:pt x="0" y="386080"/>
                  </a:lnTo>
                  <a:lnTo>
                    <a:pt x="0" y="0"/>
                  </a:lnTo>
                  <a:close/>
                </a:path>
              </a:pathLst>
            </a:custGeom>
            <a:blipFill>
              <a:blip r:embed="rId3"/>
              <a:stretch>
                <a:fillRect l="0" t="-2518486" r="-135857" b="0"/>
              </a:stretch>
            </a:blipFill>
          </p:spPr>
        </p:sp>
      </p:grpSp>
      <p:grpSp>
        <p:nvGrpSpPr>
          <p:cNvPr name="Group 38" id="38"/>
          <p:cNvGrpSpPr/>
          <p:nvPr/>
        </p:nvGrpSpPr>
        <p:grpSpPr>
          <a:xfrm rot="0">
            <a:off x="701040" y="9615688"/>
            <a:ext cx="5559381" cy="444141"/>
            <a:chOff x="0" y="0"/>
            <a:chExt cx="7412507" cy="592188"/>
          </a:xfrm>
        </p:grpSpPr>
        <p:sp>
          <p:nvSpPr>
            <p:cNvPr name="Freeform 39" id="39"/>
            <p:cNvSpPr/>
            <p:nvPr/>
          </p:nvSpPr>
          <p:spPr>
            <a:xfrm flipH="false" flipV="false" rot="0">
              <a:off x="0" y="0"/>
              <a:ext cx="7412482" cy="592201"/>
            </a:xfrm>
            <a:custGeom>
              <a:avLst/>
              <a:gdLst/>
              <a:ahLst/>
              <a:cxnLst/>
              <a:rect r="r" b="b" t="t" l="l"/>
              <a:pathLst>
                <a:path h="592201" w="7412482">
                  <a:moveTo>
                    <a:pt x="0" y="0"/>
                  </a:moveTo>
                  <a:lnTo>
                    <a:pt x="7412482" y="0"/>
                  </a:lnTo>
                  <a:lnTo>
                    <a:pt x="7412482" y="592201"/>
                  </a:lnTo>
                  <a:lnTo>
                    <a:pt x="0" y="592201"/>
                  </a:lnTo>
                  <a:lnTo>
                    <a:pt x="0" y="0"/>
                  </a:lnTo>
                  <a:close/>
                </a:path>
              </a:pathLst>
            </a:custGeom>
            <a:blipFill>
              <a:blip r:embed="rId4"/>
              <a:stretch>
                <a:fillRect l="0" t="0" r="0" b="2"/>
              </a:stretch>
            </a:blipFill>
          </p:spPr>
        </p:sp>
      </p:grpSp>
      <p:sp>
        <p:nvSpPr>
          <p:cNvPr name="TextBox 40" id="40"/>
          <p:cNvSpPr txBox="true"/>
          <p:nvPr/>
        </p:nvSpPr>
        <p:spPr>
          <a:xfrm rot="0">
            <a:off x="1209710" y="1497522"/>
            <a:ext cx="12335674" cy="3465801"/>
          </a:xfrm>
          <a:prstGeom prst="rect">
            <a:avLst/>
          </a:prstGeom>
        </p:spPr>
        <p:txBody>
          <a:bodyPr anchor="t" rtlCol="false" tIns="0" lIns="0" bIns="0" rIns="0">
            <a:spAutoFit/>
          </a:bodyPr>
          <a:lstStyle/>
          <a:p>
            <a:pPr algn="l">
              <a:lnSpc>
                <a:spcPts val="3947"/>
              </a:lnSpc>
              <a:spcBef>
                <a:spcPct val="0"/>
              </a:spcBef>
            </a:pPr>
            <a:r>
              <a:rPr lang="en-US" sz="3289">
                <a:solidFill>
                  <a:srgbClr val="000000"/>
                </a:solidFill>
                <a:latin typeface="Trebuchet MS"/>
                <a:ea typeface="Trebuchet MS"/>
                <a:cs typeface="Trebuchet MS"/>
                <a:sym typeface="Trebuchet MS"/>
              </a:rPr>
              <a:t>The project analyses agricultural data from 4,000 farm records to understand how performance changes across Kharif, Rabi and Zaid seasons. The analysis covers weather conditions, soil characteristics, farming practices, crop yield, production, water usage and financial performance. Different charts and statistical comparisons are used to identify patterns and relationships in the data.</a:t>
            </a:r>
          </a:p>
        </p:txBody>
      </p:sp>
      <p:sp>
        <p:nvSpPr>
          <p:cNvPr name="TextBox 41" id="41"/>
          <p:cNvSpPr txBox="true"/>
          <p:nvPr/>
        </p:nvSpPr>
        <p:spPr>
          <a:xfrm rot="0">
            <a:off x="1209710" y="5113775"/>
            <a:ext cx="13323004" cy="4454583"/>
          </a:xfrm>
          <a:prstGeom prst="rect">
            <a:avLst/>
          </a:prstGeom>
        </p:spPr>
        <p:txBody>
          <a:bodyPr anchor="t" rtlCol="false" tIns="0" lIns="0" bIns="0" rIns="0">
            <a:spAutoFit/>
          </a:bodyPr>
          <a:lstStyle/>
          <a:p>
            <a:pPr algn="l">
              <a:lnSpc>
                <a:spcPts val="3948"/>
              </a:lnSpc>
              <a:spcBef>
                <a:spcPct val="0"/>
              </a:spcBef>
            </a:pPr>
            <a:r>
              <a:rPr lang="en-US" sz="3290">
                <a:solidFill>
                  <a:srgbClr val="000000"/>
                </a:solidFill>
                <a:latin typeface="Trebuchet MS"/>
                <a:ea typeface="Trebuchet MS"/>
                <a:cs typeface="Trebuchet MS"/>
                <a:sym typeface="Trebuchet MS"/>
              </a:rPr>
              <a:t>The important groups of variables are:</a:t>
            </a:r>
          </a:p>
          <a:p>
            <a:pPr algn="l">
              <a:lnSpc>
                <a:spcPts val="3948"/>
              </a:lnSpc>
              <a:spcBef>
                <a:spcPct val="0"/>
              </a:spcBef>
            </a:pPr>
            <a:r>
              <a:rPr lang="en-US" sz="3290">
                <a:solidFill>
                  <a:srgbClr val="000000"/>
                </a:solidFill>
                <a:latin typeface="Trebuchet MS"/>
                <a:ea typeface="Trebuchet MS"/>
                <a:cs typeface="Trebuchet MS"/>
                <a:sym typeface="Trebuchet MS"/>
              </a:rPr>
              <a:t>Farm details: Farm ID, State, District, Crop, Season</a:t>
            </a:r>
          </a:p>
          <a:p>
            <a:pPr algn="l">
              <a:lnSpc>
                <a:spcPts val="3948"/>
              </a:lnSpc>
              <a:spcBef>
                <a:spcPct val="0"/>
              </a:spcBef>
            </a:pPr>
            <a:r>
              <a:rPr lang="en-US" sz="3290">
                <a:solidFill>
                  <a:srgbClr val="000000"/>
                </a:solidFill>
                <a:latin typeface="Trebuchet MS"/>
                <a:ea typeface="Trebuchet MS"/>
                <a:cs typeface="Trebuchet MS"/>
                <a:sym typeface="Trebuchet MS"/>
              </a:rPr>
              <a:t>Weather: Rainfall, temperature, humidity, sunlight</a:t>
            </a:r>
          </a:p>
          <a:p>
            <a:pPr algn="l">
              <a:lnSpc>
                <a:spcPts val="3948"/>
              </a:lnSpc>
              <a:spcBef>
                <a:spcPct val="0"/>
              </a:spcBef>
            </a:pPr>
            <a:r>
              <a:rPr lang="en-US" sz="3290">
                <a:solidFill>
                  <a:srgbClr val="000000"/>
                </a:solidFill>
                <a:latin typeface="Trebuchet MS"/>
                <a:ea typeface="Trebuchet MS"/>
                <a:cs typeface="Trebuchet MS"/>
                <a:sym typeface="Trebuchet MS"/>
              </a:rPr>
              <a:t>Soil: pH, soil moisture, nitrogen, phosphorus, potassium</a:t>
            </a:r>
          </a:p>
          <a:p>
            <a:pPr algn="l">
              <a:lnSpc>
                <a:spcPts val="3948"/>
              </a:lnSpc>
              <a:spcBef>
                <a:spcPct val="0"/>
              </a:spcBef>
            </a:pPr>
            <a:r>
              <a:rPr lang="en-US" sz="3290">
                <a:solidFill>
                  <a:srgbClr val="000000"/>
                </a:solidFill>
                <a:latin typeface="Trebuchet MS"/>
                <a:ea typeface="Trebuchet MS"/>
                <a:cs typeface="Trebuchet MS"/>
                <a:sym typeface="Trebuchet MS"/>
              </a:rPr>
              <a:t>Farming practices: irrigation method, fertilizer, pesticide, seed quality</a:t>
            </a:r>
          </a:p>
          <a:p>
            <a:pPr algn="l">
              <a:lnSpc>
                <a:spcPts val="3948"/>
              </a:lnSpc>
              <a:spcBef>
                <a:spcPct val="0"/>
              </a:spcBef>
            </a:pPr>
            <a:r>
              <a:rPr lang="en-US" sz="3290">
                <a:solidFill>
                  <a:srgbClr val="000000"/>
                </a:solidFill>
                <a:latin typeface="Trebuchet MS"/>
                <a:ea typeface="Trebuchet MS"/>
                <a:cs typeface="Trebuchet MS"/>
                <a:sym typeface="Trebuchet MS"/>
              </a:rPr>
              <a:t>Production: yield and total production</a:t>
            </a:r>
          </a:p>
          <a:p>
            <a:pPr algn="l">
              <a:lnSpc>
                <a:spcPts val="3948"/>
              </a:lnSpc>
              <a:spcBef>
                <a:spcPct val="0"/>
              </a:spcBef>
            </a:pPr>
            <a:r>
              <a:rPr lang="en-US" sz="3290">
                <a:solidFill>
                  <a:srgbClr val="000000"/>
                </a:solidFill>
                <a:latin typeface="Trebuchet MS"/>
                <a:ea typeface="Trebuchet MS"/>
                <a:cs typeface="Trebuchet MS"/>
                <a:sym typeface="Trebuchet MS"/>
              </a:rPr>
              <a:t>Business: market price, total cost, revenue and profit</a:t>
            </a:r>
          </a:p>
          <a:p>
            <a:pPr algn="l">
              <a:lnSpc>
                <a:spcPts val="3948"/>
              </a:lnSpc>
              <a:spcBef>
                <a:spcPct val="0"/>
              </a:spcBef>
            </a:pPr>
            <a:r>
              <a:rPr lang="en-US" sz="3290">
                <a:solidFill>
                  <a:srgbClr val="000000"/>
                </a:solidFill>
                <a:latin typeface="Trebuchet MS"/>
                <a:ea typeface="Trebuchet MS"/>
                <a:cs typeface="Trebuchet MS"/>
                <a:sym typeface="Trebuchet MS"/>
              </a:rPr>
              <a:t>Water: water used and water efficiency</a:t>
            </a:r>
          </a:p>
          <a:p>
            <a:pPr algn="l">
              <a:lnSpc>
                <a:spcPts val="3948"/>
              </a:lnSpc>
              <a:spcBef>
                <a:spcPct val="0"/>
              </a:spcBef>
            </a:pPr>
            <a:r>
              <a:rPr lang="en-US" sz="3290">
                <a:solidFill>
                  <a:srgbClr val="000000"/>
                </a:solidFill>
                <a:latin typeface="Trebuchet MS"/>
                <a:ea typeface="Trebuchet MS"/>
                <a:cs typeface="Trebuchet MS"/>
                <a:sym typeface="Trebuchet MS"/>
              </a:rPr>
              <a:t>Risk: disease/pest risk</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0">
            <a:off x="9738484" y="5138738"/>
            <a:ext cx="10464870" cy="0"/>
          </a:xfrm>
          <a:prstGeom prst="line">
            <a:avLst/>
          </a:prstGeom>
          <a:ln cap="rnd" w="9525">
            <a:solidFill>
              <a:srgbClr val="5FCBEF"/>
            </a:solidFill>
            <a:prstDash val="solid"/>
            <a:headEnd type="none" len="sm" w="sm"/>
            <a:tailEnd type="none" len="sm" w="sm"/>
          </a:ln>
        </p:spPr>
      </p:sp>
      <p:sp>
        <p:nvSpPr>
          <p:cNvPr name="AutoShape 3" id="3"/>
          <p:cNvSpPr/>
          <p:nvPr/>
        </p:nvSpPr>
        <p:spPr>
          <a:xfrm rot="8776560">
            <a:off x="10406482" y="7899797"/>
            <a:ext cx="8608171" cy="0"/>
          </a:xfrm>
          <a:prstGeom prst="line">
            <a:avLst/>
          </a:prstGeom>
          <a:ln cap="rnd" w="9525">
            <a:solidFill>
              <a:srgbClr val="5FCBEF"/>
            </a:solidFill>
            <a:prstDash val="solid"/>
            <a:headEnd type="none" len="sm" w="sm"/>
            <a:tailEnd type="none" len="sm" w="sm"/>
          </a:ln>
        </p:spPr>
      </p:sp>
      <p:grpSp>
        <p:nvGrpSpPr>
          <p:cNvPr name="Group 4" id="4"/>
          <p:cNvGrpSpPr/>
          <p:nvPr/>
        </p:nvGrpSpPr>
        <p:grpSpPr>
          <a:xfrm rot="0">
            <a:off x="13772217" y="-12697"/>
            <a:ext cx="4511021" cy="10299697"/>
            <a:chOff x="0" y="0"/>
            <a:chExt cx="6014695" cy="13732929"/>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5FCBEF">
                <a:alpha val="12941"/>
              </a:srgbClr>
            </a:solidFill>
          </p:spPr>
        </p:sp>
      </p:grpSp>
      <p:grpSp>
        <p:nvGrpSpPr>
          <p:cNvPr name="Group 6" id="6"/>
          <p:cNvGrpSpPr/>
          <p:nvPr/>
        </p:nvGrpSpPr>
        <p:grpSpPr>
          <a:xfrm rot="0">
            <a:off x="14405162" y="-12697"/>
            <a:ext cx="3882838" cy="10299697"/>
            <a:chOff x="0" y="0"/>
            <a:chExt cx="5177117" cy="13732929"/>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5FCBEF">
                <a:alpha val="3922"/>
              </a:srgbClr>
            </a:solidFill>
          </p:spPr>
        </p:sp>
      </p:grpSp>
      <p:grpSp>
        <p:nvGrpSpPr>
          <p:cNvPr name="Group 8" id="8"/>
          <p:cNvGrpSpPr/>
          <p:nvPr/>
        </p:nvGrpSpPr>
        <p:grpSpPr>
          <a:xfrm rot="0">
            <a:off x="13398503" y="4572000"/>
            <a:ext cx="4889497" cy="5715000"/>
            <a:chOff x="0" y="0"/>
            <a:chExt cx="6519329"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17B0E4">
                <a:alpha val="43529"/>
              </a:srgbClr>
            </a:solidFill>
          </p:spPr>
        </p:sp>
      </p:grpSp>
      <p:grpSp>
        <p:nvGrpSpPr>
          <p:cNvPr name="Group 10" id="10"/>
          <p:cNvGrpSpPr/>
          <p:nvPr/>
        </p:nvGrpSpPr>
        <p:grpSpPr>
          <a:xfrm rot="0">
            <a:off x="14001750" y="-12697"/>
            <a:ext cx="4281488" cy="10299697"/>
            <a:chOff x="0" y="0"/>
            <a:chExt cx="5708650" cy="13732929"/>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17B0E4">
                <a:alpha val="24706"/>
              </a:srgbClr>
            </a:solidFill>
          </p:spPr>
        </p:sp>
      </p:grpSp>
      <p:grpSp>
        <p:nvGrpSpPr>
          <p:cNvPr name="Group 12" id="12"/>
          <p:cNvGrpSpPr/>
          <p:nvPr/>
        </p:nvGrpSpPr>
        <p:grpSpPr>
          <a:xfrm rot="0">
            <a:off x="16348091" y="-12697"/>
            <a:ext cx="1935137" cy="10299697"/>
            <a:chOff x="0" y="0"/>
            <a:chExt cx="2580183" cy="13732929"/>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2E83C3">
                <a:alpha val="48627"/>
              </a:srgbClr>
            </a:solidFill>
          </p:spPr>
        </p:sp>
      </p:grpSp>
      <p:grpSp>
        <p:nvGrpSpPr>
          <p:cNvPr name="Group 14" id="14"/>
          <p:cNvGrpSpPr/>
          <p:nvPr/>
        </p:nvGrpSpPr>
        <p:grpSpPr>
          <a:xfrm rot="0">
            <a:off x="16408498" y="-12697"/>
            <a:ext cx="1874739" cy="10299697"/>
            <a:chOff x="0" y="0"/>
            <a:chExt cx="2499652" cy="13732929"/>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236292">
                <a:alpha val="63922"/>
              </a:srgbClr>
            </a:solidFill>
          </p:spPr>
        </p:sp>
      </p:grpSp>
      <p:grpSp>
        <p:nvGrpSpPr>
          <p:cNvPr name="Group 16" id="16"/>
          <p:cNvGrpSpPr/>
          <p:nvPr/>
        </p:nvGrpSpPr>
        <p:grpSpPr>
          <a:xfrm rot="0">
            <a:off x="15557497" y="5384797"/>
            <a:ext cx="2725741" cy="4902203"/>
            <a:chOff x="0" y="0"/>
            <a:chExt cx="3634321" cy="6536271"/>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17B0E4">
                <a:alpha val="43529"/>
              </a:srgbClr>
            </a:solidFill>
          </p:spPr>
        </p:sp>
      </p:grpSp>
      <p:grpSp>
        <p:nvGrpSpPr>
          <p:cNvPr name="Group 18" id="18"/>
          <p:cNvGrpSpPr/>
          <p:nvPr/>
        </p:nvGrpSpPr>
        <p:grpSpPr>
          <a:xfrm rot="0">
            <a:off x="0" y="6019800"/>
            <a:ext cx="673103" cy="4267200"/>
            <a:chOff x="0" y="0"/>
            <a:chExt cx="897471"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5FCBEF">
                <a:alpha val="48627"/>
              </a:srgbClr>
            </a:solidFill>
          </p:spPr>
        </p:sp>
      </p:grpSp>
      <p:grpSp>
        <p:nvGrpSpPr>
          <p:cNvPr name="Group 20" id="20"/>
          <p:cNvGrpSpPr/>
          <p:nvPr/>
        </p:nvGrpSpPr>
        <p:grpSpPr>
          <a:xfrm rot="0">
            <a:off x="990590" y="9568358"/>
            <a:ext cx="4114800" cy="547688"/>
            <a:chOff x="0" y="0"/>
            <a:chExt cx="5486400" cy="730250"/>
          </a:xfrm>
        </p:grpSpPr>
        <p:sp>
          <p:nvSpPr>
            <p:cNvPr name="Freeform 21" id="21"/>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2">
                <a:alphaModFix amt="0"/>
              </a:blip>
              <a:stretch>
                <a:fillRect l="0" t="-96391" r="0" b="-96391"/>
              </a:stretch>
            </a:blipFill>
          </p:spPr>
        </p:sp>
        <p:sp>
          <p:nvSpPr>
            <p:cNvPr name="TextBox 22" id="22"/>
            <p:cNvSpPr txBox="true"/>
            <p:nvPr/>
          </p:nvSpPr>
          <p:spPr>
            <a:xfrm>
              <a:off x="0" y="-9525"/>
              <a:ext cx="5486400" cy="739775"/>
            </a:xfrm>
            <a:prstGeom prst="rect">
              <a:avLst/>
            </a:prstGeom>
          </p:spPr>
          <p:txBody>
            <a:bodyPr anchor="ctr" rtlCol="false" tIns="0" lIns="0" bIns="0" rIns="0"/>
            <a:lstStyle/>
            <a:p>
              <a:pPr algn="l">
                <a:lnSpc>
                  <a:spcPts val="1980"/>
                </a:lnSpc>
              </a:pPr>
              <a:r>
                <a:rPr lang="en-US" sz="1650">
                  <a:solidFill>
                    <a:srgbClr val="2E83C3"/>
                  </a:solidFill>
                  <a:latin typeface="Trebuchet MS"/>
                  <a:ea typeface="Trebuchet MS"/>
                  <a:cs typeface="Trebuchet MS"/>
                  <a:sym typeface="Trebuchet MS"/>
                </a:rPr>
                <a:t>9/9/2026</a:t>
              </a:r>
            </a:p>
          </p:txBody>
        </p:sp>
      </p:grpSp>
      <p:grpSp>
        <p:nvGrpSpPr>
          <p:cNvPr name="Group 23" id="23"/>
          <p:cNvGrpSpPr/>
          <p:nvPr/>
        </p:nvGrpSpPr>
        <p:grpSpPr>
          <a:xfrm rot="0">
            <a:off x="2168290" y="9568358"/>
            <a:ext cx="6172200" cy="547688"/>
            <a:chOff x="0" y="0"/>
            <a:chExt cx="8229600" cy="730250"/>
          </a:xfrm>
        </p:grpSpPr>
        <p:sp>
          <p:nvSpPr>
            <p:cNvPr name="Freeform 24" id="24"/>
            <p:cNvSpPr/>
            <p:nvPr/>
          </p:nvSpPr>
          <p:spPr>
            <a:xfrm flipH="false" flipV="false" rot="0">
              <a:off x="0" y="0"/>
              <a:ext cx="8229600" cy="730250"/>
            </a:xfrm>
            <a:custGeom>
              <a:avLst/>
              <a:gdLst/>
              <a:ahLst/>
              <a:cxnLst/>
              <a:rect r="r" b="b" t="t" l="l"/>
              <a:pathLst>
                <a:path h="730250" w="8229600">
                  <a:moveTo>
                    <a:pt x="0" y="0"/>
                  </a:moveTo>
                  <a:lnTo>
                    <a:pt x="8229600" y="0"/>
                  </a:lnTo>
                  <a:lnTo>
                    <a:pt x="8229600" y="730250"/>
                  </a:lnTo>
                  <a:lnTo>
                    <a:pt x="0" y="730250"/>
                  </a:lnTo>
                  <a:close/>
                </a:path>
              </a:pathLst>
            </a:custGeom>
            <a:blipFill>
              <a:blip r:embed="rId2">
                <a:alphaModFix amt="0"/>
              </a:blip>
              <a:stretch>
                <a:fillRect l="0" t="-169587" r="0" b="-169587"/>
              </a:stretch>
            </a:blipFill>
          </p:spPr>
        </p:sp>
        <p:sp>
          <p:nvSpPr>
            <p:cNvPr name="TextBox 25" id="25"/>
            <p:cNvSpPr txBox="true"/>
            <p:nvPr/>
          </p:nvSpPr>
          <p:spPr>
            <a:xfrm>
              <a:off x="0" y="-9525"/>
              <a:ext cx="8229600" cy="739775"/>
            </a:xfrm>
            <a:prstGeom prst="rect">
              <a:avLst/>
            </a:prstGeom>
          </p:spPr>
          <p:txBody>
            <a:bodyPr anchor="ctr" rtlCol="false" tIns="0" lIns="0" bIns="0" rIns="0"/>
            <a:lstStyle/>
            <a:p>
              <a:pPr algn="l">
                <a:lnSpc>
                  <a:spcPts val="1980"/>
                </a:lnSpc>
              </a:pPr>
              <a:r>
                <a:rPr lang="en-US" sz="1650" b="true">
                  <a:solidFill>
                    <a:srgbClr val="2E83C3"/>
                  </a:solidFill>
                  <a:latin typeface="Trebuchet MS Bold"/>
                  <a:ea typeface="Trebuchet MS Bold"/>
                  <a:cs typeface="Trebuchet MS Bold"/>
                  <a:sym typeface="Trebuchet MS Bold"/>
                </a:rPr>
                <a:t>Annual Review</a:t>
              </a:r>
            </a:p>
          </p:txBody>
        </p:sp>
      </p:grpSp>
      <p:grpSp>
        <p:nvGrpSpPr>
          <p:cNvPr name="Group 26" id="26"/>
          <p:cNvGrpSpPr/>
          <p:nvPr/>
        </p:nvGrpSpPr>
        <p:grpSpPr>
          <a:xfrm rot="0">
            <a:off x="13208003" y="9568358"/>
            <a:ext cx="4114800" cy="547688"/>
            <a:chOff x="0" y="0"/>
            <a:chExt cx="5486400" cy="730250"/>
          </a:xfrm>
        </p:grpSpPr>
        <p:sp>
          <p:nvSpPr>
            <p:cNvPr name="Freeform 27" id="27"/>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2">
                <a:alphaModFix amt="0"/>
              </a:blip>
              <a:stretch>
                <a:fillRect l="0" t="-96391" r="0" b="-96391"/>
              </a:stretch>
            </a:blipFill>
          </p:spPr>
        </p:sp>
        <p:sp>
          <p:nvSpPr>
            <p:cNvPr name="TextBox 28" id="28"/>
            <p:cNvSpPr txBox="true"/>
            <p:nvPr/>
          </p:nvSpPr>
          <p:spPr>
            <a:xfrm>
              <a:off x="0" y="-9525"/>
              <a:ext cx="5486400" cy="739775"/>
            </a:xfrm>
            <a:prstGeom prst="rect">
              <a:avLst/>
            </a:prstGeom>
          </p:spPr>
          <p:txBody>
            <a:bodyPr anchor="ctr" rtlCol="false" tIns="0" lIns="0" bIns="0" rIns="0"/>
            <a:lstStyle/>
            <a:p>
              <a:pPr algn="r">
                <a:lnSpc>
                  <a:spcPts val="1980"/>
                </a:lnSpc>
              </a:pPr>
              <a:r>
                <a:rPr lang="en-US" sz="1650">
                  <a:solidFill>
                    <a:srgbClr val="2E946B"/>
                  </a:solidFill>
                  <a:latin typeface="Trebuchet MS"/>
                  <a:ea typeface="Trebuchet MS"/>
                  <a:cs typeface="Trebuchet MS"/>
                  <a:sym typeface="Trebuchet MS"/>
                </a:rPr>
                <a:t>‹#›</a:t>
              </a:r>
            </a:p>
          </p:txBody>
        </p:sp>
      </p:grpSp>
      <p:grpSp>
        <p:nvGrpSpPr>
          <p:cNvPr name="Group 29" id="29"/>
          <p:cNvGrpSpPr/>
          <p:nvPr/>
        </p:nvGrpSpPr>
        <p:grpSpPr>
          <a:xfrm rot="0">
            <a:off x="14031687" y="8045977"/>
            <a:ext cx="685800" cy="685800"/>
            <a:chOff x="0" y="0"/>
            <a:chExt cx="914400" cy="914400"/>
          </a:xfrm>
        </p:grpSpPr>
        <p:sp>
          <p:nvSpPr>
            <p:cNvPr name="Freeform 30" id="30"/>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solidFill>
              <a:srgbClr val="42B051"/>
            </a:solidFill>
          </p:spPr>
        </p:sp>
      </p:grpSp>
      <p:grpSp>
        <p:nvGrpSpPr>
          <p:cNvPr name="Group 31" id="31"/>
          <p:cNvGrpSpPr/>
          <p:nvPr/>
        </p:nvGrpSpPr>
        <p:grpSpPr>
          <a:xfrm rot="0">
            <a:off x="14405162" y="820867"/>
            <a:ext cx="539780" cy="539780"/>
            <a:chOff x="0" y="0"/>
            <a:chExt cx="639496" cy="639496"/>
          </a:xfrm>
        </p:grpSpPr>
        <p:sp>
          <p:nvSpPr>
            <p:cNvPr name="Freeform 32" id="32"/>
            <p:cNvSpPr/>
            <p:nvPr/>
          </p:nvSpPr>
          <p:spPr>
            <a:xfrm flipH="false" flipV="false" rot="0">
              <a:off x="0" y="0"/>
              <a:ext cx="639445" cy="639445"/>
            </a:xfrm>
            <a:custGeom>
              <a:avLst/>
              <a:gdLst/>
              <a:ahLst/>
              <a:cxnLst/>
              <a:rect r="r" b="b" t="t" l="l"/>
              <a:pathLst>
                <a:path h="639445" w="639445">
                  <a:moveTo>
                    <a:pt x="0" y="0"/>
                  </a:moveTo>
                  <a:lnTo>
                    <a:pt x="639445" y="0"/>
                  </a:lnTo>
                  <a:lnTo>
                    <a:pt x="639445" y="639445"/>
                  </a:lnTo>
                  <a:lnTo>
                    <a:pt x="0" y="639445"/>
                  </a:lnTo>
                  <a:close/>
                </a:path>
              </a:pathLst>
            </a:custGeom>
            <a:solidFill>
              <a:srgbClr val="2E83C3"/>
            </a:solidFill>
          </p:spPr>
        </p:sp>
      </p:grpSp>
      <p:grpSp>
        <p:nvGrpSpPr>
          <p:cNvPr name="Group 33" id="33"/>
          <p:cNvGrpSpPr/>
          <p:nvPr/>
        </p:nvGrpSpPr>
        <p:grpSpPr>
          <a:xfrm rot="0">
            <a:off x="14031687" y="8846610"/>
            <a:ext cx="269967" cy="269967"/>
            <a:chOff x="0" y="0"/>
            <a:chExt cx="359956" cy="359956"/>
          </a:xfrm>
        </p:grpSpPr>
        <p:sp>
          <p:nvSpPr>
            <p:cNvPr name="Freeform 34" id="34"/>
            <p:cNvSpPr/>
            <p:nvPr/>
          </p:nvSpPr>
          <p:spPr>
            <a:xfrm flipH="false" flipV="false" rot="0">
              <a:off x="0" y="0"/>
              <a:ext cx="359918" cy="359918"/>
            </a:xfrm>
            <a:custGeom>
              <a:avLst/>
              <a:gdLst/>
              <a:ahLst/>
              <a:cxnLst/>
              <a:rect r="r" b="b" t="t" l="l"/>
              <a:pathLst>
                <a:path h="359918" w="359918">
                  <a:moveTo>
                    <a:pt x="0" y="0"/>
                  </a:moveTo>
                  <a:lnTo>
                    <a:pt x="359918" y="0"/>
                  </a:lnTo>
                  <a:lnTo>
                    <a:pt x="359918" y="359918"/>
                  </a:lnTo>
                  <a:lnTo>
                    <a:pt x="0" y="359918"/>
                  </a:lnTo>
                  <a:close/>
                </a:path>
              </a:pathLst>
            </a:custGeom>
            <a:solidFill>
              <a:srgbClr val="2E946B"/>
            </a:solidFill>
          </p:spPr>
        </p:sp>
      </p:grpSp>
      <p:sp>
        <p:nvSpPr>
          <p:cNvPr name="TextBox 35" id="35"/>
          <p:cNvSpPr txBox="true"/>
          <p:nvPr/>
        </p:nvSpPr>
        <p:spPr>
          <a:xfrm rot="0">
            <a:off x="1021451" y="1351121"/>
            <a:ext cx="14886222" cy="1122045"/>
          </a:xfrm>
          <a:prstGeom prst="rect">
            <a:avLst/>
          </a:prstGeom>
        </p:spPr>
        <p:txBody>
          <a:bodyPr anchor="t" rtlCol="false" tIns="0" lIns="0" bIns="0" rIns="0">
            <a:spAutoFit/>
          </a:bodyPr>
          <a:lstStyle/>
          <a:p>
            <a:pPr algn="l">
              <a:lnSpc>
                <a:spcPts val="5759"/>
              </a:lnSpc>
            </a:pPr>
            <a:r>
              <a:rPr lang="en-US" sz="4800" b="true">
                <a:solidFill>
                  <a:srgbClr val="000000"/>
                </a:solidFill>
                <a:latin typeface="Trebuchet MS Bold"/>
                <a:ea typeface="Trebuchet MS Bold"/>
                <a:cs typeface="Trebuchet MS Bold"/>
                <a:sym typeface="Trebuchet MS Bold"/>
              </a:rPr>
              <a:t>WHO ARE THE END USERS?</a:t>
            </a:r>
          </a:p>
        </p:txBody>
      </p:sp>
      <p:grpSp>
        <p:nvGrpSpPr>
          <p:cNvPr name="Group 36" id="36"/>
          <p:cNvGrpSpPr/>
          <p:nvPr/>
        </p:nvGrpSpPr>
        <p:grpSpPr>
          <a:xfrm rot="0">
            <a:off x="1082040" y="9265206"/>
            <a:ext cx="3271838" cy="728662"/>
            <a:chOff x="0" y="0"/>
            <a:chExt cx="4362450" cy="971550"/>
          </a:xfrm>
        </p:grpSpPr>
        <p:sp>
          <p:nvSpPr>
            <p:cNvPr name="Freeform 37" id="37"/>
            <p:cNvSpPr/>
            <p:nvPr/>
          </p:nvSpPr>
          <p:spPr>
            <a:xfrm flipH="false" flipV="false" rot="0">
              <a:off x="0" y="0"/>
              <a:ext cx="4362450" cy="971550"/>
            </a:xfrm>
            <a:custGeom>
              <a:avLst/>
              <a:gdLst/>
              <a:ahLst/>
              <a:cxnLst/>
              <a:rect r="r" b="b" t="t" l="l"/>
              <a:pathLst>
                <a:path h="971550" w="4362450">
                  <a:moveTo>
                    <a:pt x="0" y="0"/>
                  </a:moveTo>
                  <a:lnTo>
                    <a:pt x="4362450" y="0"/>
                  </a:lnTo>
                  <a:lnTo>
                    <a:pt x="4362450" y="971550"/>
                  </a:lnTo>
                  <a:lnTo>
                    <a:pt x="0" y="971550"/>
                  </a:lnTo>
                  <a:lnTo>
                    <a:pt x="0" y="0"/>
                  </a:lnTo>
                  <a:close/>
                </a:path>
              </a:pathLst>
            </a:custGeom>
            <a:blipFill>
              <a:blip r:embed="rId3"/>
              <a:stretch>
                <a:fillRect l="0" t="0" r="0" b="0"/>
              </a:stretch>
            </a:blipFill>
          </p:spPr>
        </p:sp>
      </p:grpSp>
      <p:sp>
        <p:nvSpPr>
          <p:cNvPr name="TextBox 38" id="38"/>
          <p:cNvSpPr txBox="true"/>
          <p:nvPr/>
        </p:nvSpPr>
        <p:spPr>
          <a:xfrm rot="0">
            <a:off x="673103" y="2672495"/>
            <a:ext cx="10836307" cy="4942010"/>
          </a:xfrm>
          <a:prstGeom prst="rect">
            <a:avLst/>
          </a:prstGeom>
        </p:spPr>
        <p:txBody>
          <a:bodyPr anchor="t" rtlCol="false" tIns="0" lIns="0" bIns="0" rIns="0">
            <a:spAutoFit/>
          </a:bodyPr>
          <a:lstStyle/>
          <a:p>
            <a:pPr algn="l" marL="1179272" indent="-589636" lvl="1">
              <a:lnSpc>
                <a:spcPts val="6554"/>
              </a:lnSpc>
              <a:buAutoNum type="arabicPeriod" startAt="1"/>
            </a:pPr>
            <a:r>
              <a:rPr lang="en-US" sz="5462" strike="noStrike" u="none">
                <a:solidFill>
                  <a:srgbClr val="000000"/>
                </a:solidFill>
                <a:latin typeface="Trebuchet MS"/>
                <a:ea typeface="Trebuchet MS"/>
                <a:cs typeface="Trebuchet MS"/>
                <a:sym typeface="Trebuchet MS"/>
              </a:rPr>
              <a:t>Farmers</a:t>
            </a:r>
          </a:p>
          <a:p>
            <a:pPr algn="l" marL="1179272" indent="-589636" lvl="1">
              <a:lnSpc>
                <a:spcPts val="6554"/>
              </a:lnSpc>
              <a:buAutoNum type="arabicPeriod" startAt="1"/>
            </a:pPr>
            <a:r>
              <a:rPr lang="en-US" sz="5462" strike="noStrike" u="none">
                <a:solidFill>
                  <a:srgbClr val="000000"/>
                </a:solidFill>
                <a:latin typeface="Trebuchet MS"/>
                <a:ea typeface="Trebuchet MS"/>
                <a:cs typeface="Trebuchet MS"/>
                <a:sym typeface="Trebuchet MS"/>
              </a:rPr>
              <a:t>Agricultural consultants</a:t>
            </a:r>
          </a:p>
          <a:p>
            <a:pPr algn="l" marL="1179272" indent="-589636" lvl="1">
              <a:lnSpc>
                <a:spcPts val="6554"/>
              </a:lnSpc>
              <a:buAutoNum type="arabicPeriod" startAt="1"/>
            </a:pPr>
            <a:r>
              <a:rPr lang="en-US" sz="5462" strike="noStrike" u="none">
                <a:solidFill>
                  <a:srgbClr val="000000"/>
                </a:solidFill>
                <a:latin typeface="Trebuchet MS"/>
                <a:ea typeface="Trebuchet MS"/>
                <a:cs typeface="Trebuchet MS"/>
                <a:sym typeface="Trebuchet MS"/>
              </a:rPr>
              <a:t>Agriculture departments</a:t>
            </a:r>
          </a:p>
          <a:p>
            <a:pPr algn="l" marL="1179272" indent="-589636" lvl="1">
              <a:lnSpc>
                <a:spcPts val="6554"/>
              </a:lnSpc>
              <a:buAutoNum type="arabicPeriod" startAt="1"/>
            </a:pPr>
            <a:r>
              <a:rPr lang="en-US" sz="5462" strike="noStrike" u="none">
                <a:solidFill>
                  <a:srgbClr val="000000"/>
                </a:solidFill>
                <a:latin typeface="Trebuchet MS"/>
                <a:ea typeface="Trebuchet MS"/>
                <a:cs typeface="Trebuchet MS"/>
                <a:sym typeface="Trebuchet MS"/>
              </a:rPr>
              <a:t>Farm managers</a:t>
            </a:r>
          </a:p>
          <a:p>
            <a:pPr algn="l" marL="1179272" indent="-589636" lvl="1">
              <a:lnSpc>
                <a:spcPts val="6554"/>
              </a:lnSpc>
              <a:buAutoNum type="arabicPeriod" startAt="1"/>
            </a:pPr>
            <a:r>
              <a:rPr lang="en-US" sz="5462" strike="noStrike" u="none">
                <a:solidFill>
                  <a:srgbClr val="000000"/>
                </a:solidFill>
                <a:latin typeface="Trebuchet MS"/>
                <a:ea typeface="Trebuchet MS"/>
                <a:cs typeface="Trebuchet MS"/>
                <a:sym typeface="Trebuchet MS"/>
              </a:rPr>
              <a:t>Researchers</a:t>
            </a:r>
          </a:p>
          <a:p>
            <a:pPr algn="l" marL="1179272" indent="-589636" lvl="1">
              <a:lnSpc>
                <a:spcPts val="6554"/>
              </a:lnSpc>
              <a:buAutoNum type="arabicPeriod" startAt="1"/>
            </a:pPr>
            <a:r>
              <a:rPr lang="en-US" sz="5462" strike="noStrike" u="none">
                <a:solidFill>
                  <a:srgbClr val="000000"/>
                </a:solidFill>
                <a:latin typeface="Trebuchet MS"/>
                <a:ea typeface="Trebuchet MS"/>
                <a:cs typeface="Trebuchet MS"/>
                <a:sym typeface="Trebuchet MS"/>
              </a:rPr>
              <a:t>Agribusiness/market planners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2F2F2"/>
        </a:solidFill>
      </p:bgPr>
    </p:bg>
    <p:spTree>
      <p:nvGrpSpPr>
        <p:cNvPr id="1" name=""/>
        <p:cNvGrpSpPr/>
        <p:nvPr/>
      </p:nvGrpSpPr>
      <p:grpSpPr>
        <a:xfrm>
          <a:off x="0" y="0"/>
          <a:ext cx="0" cy="0"/>
          <a:chOff x="0" y="0"/>
          <a:chExt cx="0" cy="0"/>
        </a:xfrm>
      </p:grpSpPr>
      <p:sp>
        <p:nvSpPr>
          <p:cNvPr name="AutoShape 2" id="2"/>
          <p:cNvSpPr/>
          <p:nvPr/>
        </p:nvSpPr>
        <p:spPr>
          <a:xfrm rot="4791360">
            <a:off x="9738484" y="5138738"/>
            <a:ext cx="10464870" cy="0"/>
          </a:xfrm>
          <a:prstGeom prst="line">
            <a:avLst/>
          </a:prstGeom>
          <a:ln cap="rnd" w="9525">
            <a:solidFill>
              <a:srgbClr val="5FCBEF"/>
            </a:solidFill>
            <a:prstDash val="solid"/>
            <a:headEnd type="none" len="sm" w="sm"/>
            <a:tailEnd type="none" len="sm" w="sm"/>
          </a:ln>
        </p:spPr>
      </p:sp>
      <p:sp>
        <p:nvSpPr>
          <p:cNvPr name="AutoShape 3" id="3"/>
          <p:cNvSpPr/>
          <p:nvPr/>
        </p:nvSpPr>
        <p:spPr>
          <a:xfrm rot="8776560">
            <a:off x="10406482" y="7899797"/>
            <a:ext cx="8608171" cy="0"/>
          </a:xfrm>
          <a:prstGeom prst="line">
            <a:avLst/>
          </a:prstGeom>
          <a:ln cap="rnd" w="9525">
            <a:solidFill>
              <a:srgbClr val="5FCBEF"/>
            </a:solidFill>
            <a:prstDash val="solid"/>
            <a:headEnd type="none" len="sm" w="sm"/>
            <a:tailEnd type="none" len="sm" w="sm"/>
          </a:ln>
        </p:spPr>
      </p:sp>
      <p:grpSp>
        <p:nvGrpSpPr>
          <p:cNvPr name="Group 4" id="4"/>
          <p:cNvGrpSpPr/>
          <p:nvPr/>
        </p:nvGrpSpPr>
        <p:grpSpPr>
          <a:xfrm rot="0">
            <a:off x="13772217" y="-12697"/>
            <a:ext cx="4511021" cy="10299697"/>
            <a:chOff x="0" y="0"/>
            <a:chExt cx="6014695" cy="13732929"/>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5FCBEF">
                <a:alpha val="12941"/>
              </a:srgbClr>
            </a:solidFill>
          </p:spPr>
        </p:sp>
      </p:grpSp>
      <p:grpSp>
        <p:nvGrpSpPr>
          <p:cNvPr name="Group 6" id="6"/>
          <p:cNvGrpSpPr/>
          <p:nvPr/>
        </p:nvGrpSpPr>
        <p:grpSpPr>
          <a:xfrm rot="0">
            <a:off x="14405162" y="-12697"/>
            <a:ext cx="3882838" cy="10299697"/>
            <a:chOff x="0" y="0"/>
            <a:chExt cx="5177117" cy="13732929"/>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5FCBEF">
                <a:alpha val="3922"/>
              </a:srgbClr>
            </a:solidFill>
          </p:spPr>
        </p:sp>
      </p:grpSp>
      <p:grpSp>
        <p:nvGrpSpPr>
          <p:cNvPr name="Group 8" id="8"/>
          <p:cNvGrpSpPr/>
          <p:nvPr/>
        </p:nvGrpSpPr>
        <p:grpSpPr>
          <a:xfrm rot="0">
            <a:off x="13398503" y="4572000"/>
            <a:ext cx="4889497" cy="5715000"/>
            <a:chOff x="0" y="0"/>
            <a:chExt cx="6519329"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17B0E4">
                <a:alpha val="43529"/>
              </a:srgbClr>
            </a:solidFill>
          </p:spPr>
        </p:sp>
      </p:grpSp>
      <p:grpSp>
        <p:nvGrpSpPr>
          <p:cNvPr name="Group 10" id="10"/>
          <p:cNvGrpSpPr/>
          <p:nvPr/>
        </p:nvGrpSpPr>
        <p:grpSpPr>
          <a:xfrm rot="0">
            <a:off x="14001750" y="-12697"/>
            <a:ext cx="4281488" cy="10299697"/>
            <a:chOff x="0" y="0"/>
            <a:chExt cx="5708650" cy="13732929"/>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17B0E4">
                <a:alpha val="24706"/>
              </a:srgbClr>
            </a:solidFill>
          </p:spPr>
        </p:sp>
      </p:grpSp>
      <p:grpSp>
        <p:nvGrpSpPr>
          <p:cNvPr name="Group 12" id="12"/>
          <p:cNvGrpSpPr/>
          <p:nvPr/>
        </p:nvGrpSpPr>
        <p:grpSpPr>
          <a:xfrm rot="0">
            <a:off x="16348091" y="-12697"/>
            <a:ext cx="1935137" cy="10299697"/>
            <a:chOff x="0" y="0"/>
            <a:chExt cx="2580183" cy="13732929"/>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2E83C3">
                <a:alpha val="48627"/>
              </a:srgbClr>
            </a:solidFill>
          </p:spPr>
        </p:sp>
      </p:grpSp>
      <p:grpSp>
        <p:nvGrpSpPr>
          <p:cNvPr name="Group 14" id="14"/>
          <p:cNvGrpSpPr/>
          <p:nvPr/>
        </p:nvGrpSpPr>
        <p:grpSpPr>
          <a:xfrm rot="0">
            <a:off x="16408498" y="-12697"/>
            <a:ext cx="1874739" cy="10299697"/>
            <a:chOff x="0" y="0"/>
            <a:chExt cx="2499652" cy="13732929"/>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236292">
                <a:alpha val="63922"/>
              </a:srgbClr>
            </a:solidFill>
          </p:spPr>
        </p:sp>
      </p:grpSp>
      <p:grpSp>
        <p:nvGrpSpPr>
          <p:cNvPr name="Group 16" id="16"/>
          <p:cNvGrpSpPr/>
          <p:nvPr/>
        </p:nvGrpSpPr>
        <p:grpSpPr>
          <a:xfrm rot="0">
            <a:off x="15557497" y="5384797"/>
            <a:ext cx="2725741" cy="4902203"/>
            <a:chOff x="0" y="0"/>
            <a:chExt cx="3634321" cy="6536271"/>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17B0E4">
                <a:alpha val="43529"/>
              </a:srgbClr>
            </a:solidFill>
          </p:spPr>
        </p:sp>
      </p:grpSp>
      <p:grpSp>
        <p:nvGrpSpPr>
          <p:cNvPr name="Group 18" id="18"/>
          <p:cNvGrpSpPr/>
          <p:nvPr/>
        </p:nvGrpSpPr>
        <p:grpSpPr>
          <a:xfrm rot="0">
            <a:off x="0" y="6019800"/>
            <a:ext cx="673103" cy="4267200"/>
            <a:chOff x="0" y="0"/>
            <a:chExt cx="897471"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5FCBEF">
                <a:alpha val="48627"/>
              </a:srgbClr>
            </a:solidFill>
          </p:spPr>
        </p:sp>
      </p:grpSp>
      <p:grpSp>
        <p:nvGrpSpPr>
          <p:cNvPr name="Group 20" id="20"/>
          <p:cNvGrpSpPr/>
          <p:nvPr/>
        </p:nvGrpSpPr>
        <p:grpSpPr>
          <a:xfrm rot="0">
            <a:off x="990590" y="9568358"/>
            <a:ext cx="4114800" cy="547688"/>
            <a:chOff x="0" y="0"/>
            <a:chExt cx="5486400" cy="730250"/>
          </a:xfrm>
        </p:grpSpPr>
        <p:sp>
          <p:nvSpPr>
            <p:cNvPr name="Freeform 21" id="21"/>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3">
                <a:alphaModFix amt="0"/>
              </a:blip>
              <a:stretch>
                <a:fillRect l="0" t="-96391" r="0" b="-96391"/>
              </a:stretch>
            </a:blipFill>
          </p:spPr>
        </p:sp>
        <p:sp>
          <p:nvSpPr>
            <p:cNvPr name="TextBox 22" id="22"/>
            <p:cNvSpPr txBox="true"/>
            <p:nvPr/>
          </p:nvSpPr>
          <p:spPr>
            <a:xfrm>
              <a:off x="0" y="-9525"/>
              <a:ext cx="5486400" cy="739775"/>
            </a:xfrm>
            <a:prstGeom prst="rect">
              <a:avLst/>
            </a:prstGeom>
          </p:spPr>
          <p:txBody>
            <a:bodyPr anchor="ctr" rtlCol="false" tIns="0" lIns="0" bIns="0" rIns="0"/>
            <a:lstStyle/>
            <a:p>
              <a:pPr algn="l">
                <a:lnSpc>
                  <a:spcPts val="1980"/>
                </a:lnSpc>
              </a:pPr>
              <a:r>
                <a:rPr lang="en-US" sz="1650">
                  <a:solidFill>
                    <a:srgbClr val="2E83C3"/>
                  </a:solidFill>
                  <a:latin typeface="Trebuchet MS"/>
                  <a:ea typeface="Trebuchet MS"/>
                  <a:cs typeface="Trebuchet MS"/>
                  <a:sym typeface="Trebuchet MS"/>
                </a:rPr>
                <a:t>9/9/2026</a:t>
              </a:r>
            </a:p>
          </p:txBody>
        </p:sp>
      </p:grpSp>
      <p:grpSp>
        <p:nvGrpSpPr>
          <p:cNvPr name="Group 23" id="23"/>
          <p:cNvGrpSpPr/>
          <p:nvPr/>
        </p:nvGrpSpPr>
        <p:grpSpPr>
          <a:xfrm rot="0">
            <a:off x="2168290" y="9568358"/>
            <a:ext cx="6172200" cy="547688"/>
            <a:chOff x="0" y="0"/>
            <a:chExt cx="8229600" cy="730250"/>
          </a:xfrm>
        </p:grpSpPr>
        <p:sp>
          <p:nvSpPr>
            <p:cNvPr name="Freeform 24" id="24"/>
            <p:cNvSpPr/>
            <p:nvPr/>
          </p:nvSpPr>
          <p:spPr>
            <a:xfrm flipH="false" flipV="false" rot="0">
              <a:off x="0" y="0"/>
              <a:ext cx="8229600" cy="730250"/>
            </a:xfrm>
            <a:custGeom>
              <a:avLst/>
              <a:gdLst/>
              <a:ahLst/>
              <a:cxnLst/>
              <a:rect r="r" b="b" t="t" l="l"/>
              <a:pathLst>
                <a:path h="730250" w="8229600">
                  <a:moveTo>
                    <a:pt x="0" y="0"/>
                  </a:moveTo>
                  <a:lnTo>
                    <a:pt x="8229600" y="0"/>
                  </a:lnTo>
                  <a:lnTo>
                    <a:pt x="8229600" y="730250"/>
                  </a:lnTo>
                  <a:lnTo>
                    <a:pt x="0" y="730250"/>
                  </a:lnTo>
                  <a:close/>
                </a:path>
              </a:pathLst>
            </a:custGeom>
            <a:blipFill>
              <a:blip r:embed="rId3">
                <a:alphaModFix amt="0"/>
              </a:blip>
              <a:stretch>
                <a:fillRect l="0" t="-169587" r="0" b="-169587"/>
              </a:stretch>
            </a:blipFill>
          </p:spPr>
        </p:sp>
        <p:sp>
          <p:nvSpPr>
            <p:cNvPr name="TextBox 25" id="25"/>
            <p:cNvSpPr txBox="true"/>
            <p:nvPr/>
          </p:nvSpPr>
          <p:spPr>
            <a:xfrm>
              <a:off x="0" y="-9525"/>
              <a:ext cx="8229600" cy="739775"/>
            </a:xfrm>
            <a:prstGeom prst="rect">
              <a:avLst/>
            </a:prstGeom>
          </p:spPr>
          <p:txBody>
            <a:bodyPr anchor="ctr" rtlCol="false" tIns="0" lIns="0" bIns="0" rIns="0"/>
            <a:lstStyle/>
            <a:p>
              <a:pPr algn="l">
                <a:lnSpc>
                  <a:spcPts val="1980"/>
                </a:lnSpc>
              </a:pPr>
              <a:r>
                <a:rPr lang="en-US" sz="1650" b="true">
                  <a:solidFill>
                    <a:srgbClr val="2E83C3"/>
                  </a:solidFill>
                  <a:latin typeface="Trebuchet MS Bold"/>
                  <a:ea typeface="Trebuchet MS Bold"/>
                  <a:cs typeface="Trebuchet MS Bold"/>
                  <a:sym typeface="Trebuchet MS Bold"/>
                </a:rPr>
                <a:t>Annual Review</a:t>
              </a:r>
            </a:p>
          </p:txBody>
        </p:sp>
      </p:grpSp>
      <p:grpSp>
        <p:nvGrpSpPr>
          <p:cNvPr name="Group 26" id="26"/>
          <p:cNvGrpSpPr/>
          <p:nvPr/>
        </p:nvGrpSpPr>
        <p:grpSpPr>
          <a:xfrm rot="0">
            <a:off x="13208003" y="9568358"/>
            <a:ext cx="4114800" cy="547688"/>
            <a:chOff x="0" y="0"/>
            <a:chExt cx="5486400" cy="730250"/>
          </a:xfrm>
        </p:grpSpPr>
        <p:sp>
          <p:nvSpPr>
            <p:cNvPr name="Freeform 27" id="27"/>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3">
                <a:alphaModFix amt="0"/>
              </a:blip>
              <a:stretch>
                <a:fillRect l="0" t="-96391" r="0" b="-96391"/>
              </a:stretch>
            </a:blipFill>
          </p:spPr>
        </p:sp>
        <p:sp>
          <p:nvSpPr>
            <p:cNvPr name="TextBox 28" id="28"/>
            <p:cNvSpPr txBox="true"/>
            <p:nvPr/>
          </p:nvSpPr>
          <p:spPr>
            <a:xfrm>
              <a:off x="0" y="-9525"/>
              <a:ext cx="5486400" cy="739775"/>
            </a:xfrm>
            <a:prstGeom prst="rect">
              <a:avLst/>
            </a:prstGeom>
          </p:spPr>
          <p:txBody>
            <a:bodyPr anchor="ctr" rtlCol="false" tIns="0" lIns="0" bIns="0" rIns="0"/>
            <a:lstStyle/>
            <a:p>
              <a:pPr algn="r">
                <a:lnSpc>
                  <a:spcPts val="1980"/>
                </a:lnSpc>
              </a:pPr>
              <a:r>
                <a:rPr lang="en-US" sz="1650">
                  <a:solidFill>
                    <a:srgbClr val="2E946B"/>
                  </a:solidFill>
                  <a:latin typeface="Trebuchet MS"/>
                  <a:ea typeface="Trebuchet MS"/>
                  <a:cs typeface="Trebuchet MS"/>
                  <a:sym typeface="Trebuchet MS"/>
                </a:rPr>
                <a:t>‹#›</a:t>
              </a:r>
            </a:p>
          </p:txBody>
        </p:sp>
      </p:grpSp>
      <p:grpSp>
        <p:nvGrpSpPr>
          <p:cNvPr name="Group 29" id="29"/>
          <p:cNvGrpSpPr/>
          <p:nvPr/>
        </p:nvGrpSpPr>
        <p:grpSpPr>
          <a:xfrm rot="0">
            <a:off x="11044238" y="664893"/>
            <a:ext cx="542925" cy="542925"/>
            <a:chOff x="0" y="0"/>
            <a:chExt cx="723900" cy="723900"/>
          </a:xfrm>
        </p:grpSpPr>
        <p:sp>
          <p:nvSpPr>
            <p:cNvPr name="Freeform 30" id="30"/>
            <p:cNvSpPr/>
            <p:nvPr/>
          </p:nvSpPr>
          <p:spPr>
            <a:xfrm flipH="false" flipV="false" rot="0">
              <a:off x="0" y="0"/>
              <a:ext cx="723900" cy="723900"/>
            </a:xfrm>
            <a:custGeom>
              <a:avLst/>
              <a:gdLst/>
              <a:ahLst/>
              <a:cxnLst/>
              <a:rect r="r" b="b" t="t" l="l"/>
              <a:pathLst>
                <a:path h="723900" w="723900">
                  <a:moveTo>
                    <a:pt x="0" y="361950"/>
                  </a:moveTo>
                  <a:cubicBezTo>
                    <a:pt x="0" y="162052"/>
                    <a:pt x="162052" y="0"/>
                    <a:pt x="361950" y="0"/>
                  </a:cubicBezTo>
                  <a:cubicBezTo>
                    <a:pt x="561848" y="0"/>
                    <a:pt x="723900" y="162052"/>
                    <a:pt x="723900" y="361950"/>
                  </a:cubicBezTo>
                  <a:cubicBezTo>
                    <a:pt x="723900" y="561848"/>
                    <a:pt x="561848" y="723900"/>
                    <a:pt x="361950" y="723900"/>
                  </a:cubicBezTo>
                  <a:cubicBezTo>
                    <a:pt x="162052" y="723900"/>
                    <a:pt x="0" y="561848"/>
                    <a:pt x="0" y="361950"/>
                  </a:cubicBezTo>
                  <a:close/>
                </a:path>
              </a:pathLst>
            </a:custGeom>
            <a:solidFill>
              <a:srgbClr val="EBEBEB"/>
            </a:solidFill>
          </p:spPr>
        </p:sp>
      </p:grpSp>
      <p:grpSp>
        <p:nvGrpSpPr>
          <p:cNvPr name="Group 31" id="31"/>
          <p:cNvGrpSpPr/>
          <p:nvPr/>
        </p:nvGrpSpPr>
        <p:grpSpPr>
          <a:xfrm rot="0">
            <a:off x="16510873" y="8408994"/>
            <a:ext cx="981342" cy="981342"/>
            <a:chOff x="0" y="0"/>
            <a:chExt cx="1308456" cy="1308456"/>
          </a:xfrm>
        </p:grpSpPr>
        <p:sp>
          <p:nvSpPr>
            <p:cNvPr name="Freeform 32" id="32"/>
            <p:cNvSpPr/>
            <p:nvPr/>
          </p:nvSpPr>
          <p:spPr>
            <a:xfrm flipH="false" flipV="false" rot="0">
              <a:off x="0" y="0"/>
              <a:ext cx="1308354" cy="1308354"/>
            </a:xfrm>
            <a:custGeom>
              <a:avLst/>
              <a:gdLst/>
              <a:ahLst/>
              <a:cxnLst/>
              <a:rect r="r" b="b" t="t" l="l"/>
              <a:pathLst>
                <a:path h="1308354" w="1308354">
                  <a:moveTo>
                    <a:pt x="0" y="654177"/>
                  </a:moveTo>
                  <a:cubicBezTo>
                    <a:pt x="0" y="292862"/>
                    <a:pt x="292862" y="0"/>
                    <a:pt x="654177" y="0"/>
                  </a:cubicBezTo>
                  <a:cubicBezTo>
                    <a:pt x="1015492" y="0"/>
                    <a:pt x="1308354" y="292862"/>
                    <a:pt x="1308354" y="654177"/>
                  </a:cubicBezTo>
                  <a:cubicBezTo>
                    <a:pt x="1308354" y="1015492"/>
                    <a:pt x="1015492" y="1308354"/>
                    <a:pt x="654177" y="1308354"/>
                  </a:cubicBezTo>
                  <a:cubicBezTo>
                    <a:pt x="292862" y="1308354"/>
                    <a:pt x="0" y="1015492"/>
                    <a:pt x="0" y="654177"/>
                  </a:cubicBezTo>
                  <a:close/>
                </a:path>
              </a:pathLst>
            </a:custGeom>
            <a:solidFill>
              <a:srgbClr val="2E83C3"/>
            </a:solidFill>
          </p:spPr>
        </p:sp>
      </p:grpSp>
      <p:grpSp>
        <p:nvGrpSpPr>
          <p:cNvPr name="Group 33" id="33"/>
          <p:cNvGrpSpPr/>
          <p:nvPr/>
        </p:nvGrpSpPr>
        <p:grpSpPr>
          <a:xfrm rot="0">
            <a:off x="16025689" y="9198654"/>
            <a:ext cx="376723" cy="376723"/>
            <a:chOff x="0" y="0"/>
            <a:chExt cx="502298" cy="502298"/>
          </a:xfrm>
        </p:grpSpPr>
        <p:sp>
          <p:nvSpPr>
            <p:cNvPr name="Freeform 34" id="34"/>
            <p:cNvSpPr/>
            <p:nvPr/>
          </p:nvSpPr>
          <p:spPr>
            <a:xfrm flipH="false" flipV="false" rot="0">
              <a:off x="0" y="0"/>
              <a:ext cx="502285" cy="502285"/>
            </a:xfrm>
            <a:custGeom>
              <a:avLst/>
              <a:gdLst/>
              <a:ahLst/>
              <a:cxnLst/>
              <a:rect r="r" b="b" t="t" l="l"/>
              <a:pathLst>
                <a:path h="502285" w="502285">
                  <a:moveTo>
                    <a:pt x="0" y="251206"/>
                  </a:moveTo>
                  <a:cubicBezTo>
                    <a:pt x="0" y="112395"/>
                    <a:pt x="112395" y="0"/>
                    <a:pt x="251206" y="0"/>
                  </a:cubicBezTo>
                  <a:cubicBezTo>
                    <a:pt x="390017" y="0"/>
                    <a:pt x="502285" y="112395"/>
                    <a:pt x="502285" y="251206"/>
                  </a:cubicBezTo>
                  <a:cubicBezTo>
                    <a:pt x="502285" y="390017"/>
                    <a:pt x="389890" y="502285"/>
                    <a:pt x="251206" y="502285"/>
                  </a:cubicBezTo>
                  <a:cubicBezTo>
                    <a:pt x="112522" y="502285"/>
                    <a:pt x="0" y="389890"/>
                    <a:pt x="0" y="251206"/>
                  </a:cubicBezTo>
                  <a:close/>
                </a:path>
              </a:pathLst>
            </a:custGeom>
            <a:solidFill>
              <a:srgbClr val="2E946B"/>
            </a:solidFill>
          </p:spPr>
        </p:sp>
      </p:grpSp>
      <p:grpSp>
        <p:nvGrpSpPr>
          <p:cNvPr name="Group 35" id="35"/>
          <p:cNvGrpSpPr/>
          <p:nvPr/>
        </p:nvGrpSpPr>
        <p:grpSpPr>
          <a:xfrm rot="0">
            <a:off x="701040" y="9615688"/>
            <a:ext cx="5559381" cy="444141"/>
            <a:chOff x="0" y="0"/>
            <a:chExt cx="7412507" cy="592188"/>
          </a:xfrm>
        </p:grpSpPr>
        <p:sp>
          <p:nvSpPr>
            <p:cNvPr name="Freeform 36" id="36"/>
            <p:cNvSpPr/>
            <p:nvPr/>
          </p:nvSpPr>
          <p:spPr>
            <a:xfrm flipH="false" flipV="false" rot="0">
              <a:off x="0" y="0"/>
              <a:ext cx="7412482" cy="592201"/>
            </a:xfrm>
            <a:custGeom>
              <a:avLst/>
              <a:gdLst/>
              <a:ahLst/>
              <a:cxnLst/>
              <a:rect r="r" b="b" t="t" l="l"/>
              <a:pathLst>
                <a:path h="592201" w="7412482">
                  <a:moveTo>
                    <a:pt x="0" y="0"/>
                  </a:moveTo>
                  <a:lnTo>
                    <a:pt x="7412482" y="0"/>
                  </a:lnTo>
                  <a:lnTo>
                    <a:pt x="7412482" y="592201"/>
                  </a:lnTo>
                  <a:lnTo>
                    <a:pt x="0" y="592201"/>
                  </a:lnTo>
                  <a:lnTo>
                    <a:pt x="0" y="0"/>
                  </a:lnTo>
                  <a:close/>
                </a:path>
              </a:pathLst>
            </a:custGeom>
            <a:blipFill>
              <a:blip r:embed="rId4"/>
              <a:stretch>
                <a:fillRect l="0" t="0" r="0" b="2"/>
              </a:stretch>
            </a:blipFill>
          </p:spPr>
        </p:sp>
      </p:grpSp>
      <p:grpSp>
        <p:nvGrpSpPr>
          <p:cNvPr name="Group 37" id="37"/>
          <p:cNvGrpSpPr/>
          <p:nvPr/>
        </p:nvGrpSpPr>
        <p:grpSpPr>
          <a:xfrm rot="0">
            <a:off x="76200" y="5730240"/>
            <a:ext cx="2590800" cy="4515040"/>
            <a:chOff x="0" y="0"/>
            <a:chExt cx="3454400" cy="6020054"/>
          </a:xfrm>
        </p:grpSpPr>
        <p:sp>
          <p:nvSpPr>
            <p:cNvPr name="Freeform 38" id="38"/>
            <p:cNvSpPr/>
            <p:nvPr/>
          </p:nvSpPr>
          <p:spPr>
            <a:xfrm flipH="true" flipV="false" rot="0">
              <a:off x="0" y="0"/>
              <a:ext cx="3454400" cy="6020054"/>
            </a:xfrm>
            <a:custGeom>
              <a:avLst/>
              <a:gdLst/>
              <a:ahLst/>
              <a:cxnLst/>
              <a:rect r="r" b="b" t="t" l="l"/>
              <a:pathLst>
                <a:path h="6020054" w="3454400">
                  <a:moveTo>
                    <a:pt x="3454400" y="0"/>
                  </a:moveTo>
                  <a:lnTo>
                    <a:pt x="0" y="0"/>
                  </a:lnTo>
                  <a:lnTo>
                    <a:pt x="0" y="6020054"/>
                  </a:lnTo>
                  <a:lnTo>
                    <a:pt x="3454400" y="6020054"/>
                  </a:lnTo>
                  <a:lnTo>
                    <a:pt x="3454400" y="0"/>
                  </a:lnTo>
                  <a:close/>
                </a:path>
              </a:pathLst>
            </a:custGeom>
            <a:blipFill>
              <a:blip r:embed="rId5"/>
              <a:stretch>
                <a:fillRect l="-5923" t="0" r="-5922" b="0"/>
              </a:stretch>
            </a:blipFill>
          </p:spPr>
        </p:sp>
      </p:grpSp>
      <p:sp>
        <p:nvSpPr>
          <p:cNvPr name="TextBox 39" id="39"/>
          <p:cNvSpPr txBox="true"/>
          <p:nvPr/>
        </p:nvSpPr>
        <p:spPr>
          <a:xfrm rot="0">
            <a:off x="1082040" y="672522"/>
            <a:ext cx="7776553" cy="1199331"/>
          </a:xfrm>
          <a:prstGeom prst="rect">
            <a:avLst/>
          </a:prstGeom>
        </p:spPr>
        <p:txBody>
          <a:bodyPr anchor="t" rtlCol="false" tIns="0" lIns="0" bIns="0" rIns="0">
            <a:spAutoFit/>
          </a:bodyPr>
          <a:lstStyle/>
          <a:p>
            <a:pPr algn="l">
              <a:lnSpc>
                <a:spcPts val="8640"/>
              </a:lnSpc>
            </a:pPr>
            <a:r>
              <a:rPr lang="en-US" sz="7200" b="true">
                <a:solidFill>
                  <a:srgbClr val="000000"/>
                </a:solidFill>
                <a:latin typeface="Trebuchet MS Bold"/>
                <a:ea typeface="Trebuchet MS Bold"/>
                <a:cs typeface="Trebuchet MS Bold"/>
                <a:sym typeface="Trebuchet MS Bold"/>
              </a:rPr>
              <a:t>Technology Used</a:t>
            </a:r>
          </a:p>
        </p:txBody>
      </p:sp>
      <p:sp>
        <p:nvSpPr>
          <p:cNvPr name="TextBox 40" id="40"/>
          <p:cNvSpPr txBox="true"/>
          <p:nvPr/>
        </p:nvSpPr>
        <p:spPr>
          <a:xfrm rot="0">
            <a:off x="2929238" y="2198618"/>
            <a:ext cx="5390235" cy="6701047"/>
          </a:xfrm>
          <a:prstGeom prst="rect">
            <a:avLst/>
          </a:prstGeom>
        </p:spPr>
        <p:txBody>
          <a:bodyPr anchor="t" rtlCol="false" tIns="0" lIns="0" bIns="0" rIns="0">
            <a:spAutoFit/>
          </a:bodyPr>
          <a:lstStyle/>
          <a:p>
            <a:pPr algn="l" marL="1204900" indent="-602450" lvl="1">
              <a:lnSpc>
                <a:spcPts val="6696"/>
              </a:lnSpc>
              <a:buFont typeface="Arial"/>
              <a:buChar char="•"/>
            </a:pPr>
            <a:r>
              <a:rPr lang="en-US" sz="5580">
                <a:solidFill>
                  <a:srgbClr val="000000"/>
                </a:solidFill>
                <a:latin typeface="Trebuchet MS"/>
                <a:ea typeface="Trebuchet MS"/>
                <a:cs typeface="Trebuchet MS"/>
                <a:sym typeface="Trebuchet MS"/>
              </a:rPr>
              <a:t>Python</a:t>
            </a:r>
          </a:p>
          <a:p>
            <a:pPr algn="l" marL="1204900" indent="-602450" lvl="1">
              <a:lnSpc>
                <a:spcPts val="6696"/>
              </a:lnSpc>
              <a:buFont typeface="Arial"/>
              <a:buChar char="•"/>
            </a:pPr>
            <a:r>
              <a:rPr lang="en-US" sz="5580">
                <a:solidFill>
                  <a:srgbClr val="000000"/>
                </a:solidFill>
                <a:latin typeface="Trebuchet MS"/>
                <a:ea typeface="Trebuchet MS"/>
                <a:cs typeface="Trebuchet MS"/>
                <a:sym typeface="Trebuchet MS"/>
              </a:rPr>
              <a:t>Google Colab</a:t>
            </a:r>
          </a:p>
          <a:p>
            <a:pPr algn="l" marL="1204900" indent="-602450" lvl="1">
              <a:lnSpc>
                <a:spcPts val="6696"/>
              </a:lnSpc>
              <a:buFont typeface="Arial"/>
              <a:buChar char="•"/>
            </a:pPr>
            <a:r>
              <a:rPr lang="en-US" sz="5580">
                <a:solidFill>
                  <a:srgbClr val="000000"/>
                </a:solidFill>
                <a:latin typeface="Trebuchet MS"/>
                <a:ea typeface="Trebuchet MS"/>
                <a:cs typeface="Trebuchet MS"/>
                <a:sym typeface="Trebuchet MS"/>
              </a:rPr>
              <a:t>Pandas</a:t>
            </a:r>
          </a:p>
          <a:p>
            <a:pPr algn="l" marL="1204900" indent="-602450" lvl="1">
              <a:lnSpc>
                <a:spcPts val="6696"/>
              </a:lnSpc>
              <a:buFont typeface="Arial"/>
              <a:buChar char="•"/>
            </a:pPr>
            <a:r>
              <a:rPr lang="en-US" sz="5580">
                <a:solidFill>
                  <a:srgbClr val="000000"/>
                </a:solidFill>
                <a:latin typeface="Trebuchet MS"/>
                <a:ea typeface="Trebuchet MS"/>
                <a:cs typeface="Trebuchet MS"/>
                <a:sym typeface="Trebuchet MS"/>
              </a:rPr>
              <a:t>NumPy</a:t>
            </a:r>
          </a:p>
          <a:p>
            <a:pPr algn="l" marL="1204900" indent="-602450" lvl="1">
              <a:lnSpc>
                <a:spcPts val="6696"/>
              </a:lnSpc>
              <a:buFont typeface="Arial"/>
              <a:buChar char="•"/>
            </a:pPr>
            <a:r>
              <a:rPr lang="en-US" sz="5580">
                <a:solidFill>
                  <a:srgbClr val="000000"/>
                </a:solidFill>
                <a:latin typeface="Trebuchet MS"/>
                <a:ea typeface="Trebuchet MS"/>
                <a:cs typeface="Trebuchet MS"/>
                <a:sym typeface="Trebuchet MS"/>
              </a:rPr>
              <a:t>Matplotlib</a:t>
            </a:r>
          </a:p>
          <a:p>
            <a:pPr algn="l" marL="1204900" indent="-602450" lvl="1">
              <a:lnSpc>
                <a:spcPts val="6696"/>
              </a:lnSpc>
              <a:buFont typeface="Arial"/>
              <a:buChar char="•"/>
            </a:pPr>
            <a:r>
              <a:rPr lang="en-US" sz="5580">
                <a:solidFill>
                  <a:srgbClr val="000000"/>
                </a:solidFill>
                <a:latin typeface="Trebuchet MS"/>
                <a:ea typeface="Trebuchet MS"/>
                <a:cs typeface="Trebuchet MS"/>
                <a:sym typeface="Trebuchet MS"/>
              </a:rPr>
              <a:t>Seaborn</a:t>
            </a:r>
          </a:p>
          <a:p>
            <a:pPr algn="l" marL="1204900" indent="-602450" lvl="1">
              <a:lnSpc>
                <a:spcPts val="6696"/>
              </a:lnSpc>
              <a:buFont typeface="Arial"/>
              <a:buChar char="•"/>
            </a:pPr>
            <a:r>
              <a:rPr lang="en-US" sz="5580">
                <a:solidFill>
                  <a:srgbClr val="000000"/>
                </a:solidFill>
                <a:latin typeface="Trebuchet MS"/>
                <a:ea typeface="Trebuchet MS"/>
                <a:cs typeface="Trebuchet MS"/>
                <a:sym typeface="Trebuchet MS"/>
              </a:rPr>
              <a:t>Scikit-learn</a:t>
            </a:r>
          </a:p>
          <a:p>
            <a:pPr algn="l" marL="1204900" indent="-602450" lvl="1">
              <a:lnSpc>
                <a:spcPts val="6696"/>
              </a:lnSpc>
              <a:buFont typeface="Arial"/>
              <a:buChar char="•"/>
            </a:pPr>
            <a:r>
              <a:rPr lang="en-US" sz="5580">
                <a:solidFill>
                  <a:srgbClr val="000000"/>
                </a:solidFill>
                <a:latin typeface="Trebuchet MS"/>
                <a:ea typeface="Trebuchet MS"/>
                <a:cs typeface="Trebuchet MS"/>
                <a:sym typeface="Trebuchet MS"/>
              </a:rPr>
              <a:t>GitHub</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0">
            <a:off x="9738484" y="5138738"/>
            <a:ext cx="10464870" cy="0"/>
          </a:xfrm>
          <a:prstGeom prst="line">
            <a:avLst/>
          </a:prstGeom>
          <a:ln cap="rnd" w="9525">
            <a:solidFill>
              <a:srgbClr val="5FCBEF"/>
            </a:solidFill>
            <a:prstDash val="solid"/>
            <a:headEnd type="none" len="sm" w="sm"/>
            <a:tailEnd type="none" len="sm" w="sm"/>
          </a:ln>
        </p:spPr>
      </p:sp>
      <p:sp>
        <p:nvSpPr>
          <p:cNvPr name="AutoShape 3" id="3"/>
          <p:cNvSpPr/>
          <p:nvPr/>
        </p:nvSpPr>
        <p:spPr>
          <a:xfrm rot="8776560">
            <a:off x="10406482" y="7899797"/>
            <a:ext cx="8608171" cy="0"/>
          </a:xfrm>
          <a:prstGeom prst="line">
            <a:avLst/>
          </a:prstGeom>
          <a:ln cap="rnd" w="9525">
            <a:solidFill>
              <a:srgbClr val="5FCBEF"/>
            </a:solidFill>
            <a:prstDash val="solid"/>
            <a:headEnd type="none" len="sm" w="sm"/>
            <a:tailEnd type="none" len="sm" w="sm"/>
          </a:ln>
        </p:spPr>
      </p:sp>
      <p:grpSp>
        <p:nvGrpSpPr>
          <p:cNvPr name="Group 4" id="4"/>
          <p:cNvGrpSpPr/>
          <p:nvPr/>
        </p:nvGrpSpPr>
        <p:grpSpPr>
          <a:xfrm rot="0">
            <a:off x="13772217" y="-12697"/>
            <a:ext cx="4511021" cy="10299697"/>
            <a:chOff x="0" y="0"/>
            <a:chExt cx="6014695" cy="13732929"/>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5FCBEF">
                <a:alpha val="12941"/>
              </a:srgbClr>
            </a:solidFill>
          </p:spPr>
        </p:sp>
      </p:grpSp>
      <p:grpSp>
        <p:nvGrpSpPr>
          <p:cNvPr name="Group 6" id="6"/>
          <p:cNvGrpSpPr/>
          <p:nvPr/>
        </p:nvGrpSpPr>
        <p:grpSpPr>
          <a:xfrm rot="0">
            <a:off x="14405162" y="-12697"/>
            <a:ext cx="3882838" cy="10299697"/>
            <a:chOff x="0" y="0"/>
            <a:chExt cx="5177117" cy="13732929"/>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5FCBEF">
                <a:alpha val="3922"/>
              </a:srgbClr>
            </a:solidFill>
          </p:spPr>
        </p:sp>
      </p:grpSp>
      <p:grpSp>
        <p:nvGrpSpPr>
          <p:cNvPr name="Group 8" id="8"/>
          <p:cNvGrpSpPr/>
          <p:nvPr/>
        </p:nvGrpSpPr>
        <p:grpSpPr>
          <a:xfrm rot="0">
            <a:off x="13398503" y="4572000"/>
            <a:ext cx="4889497" cy="5715000"/>
            <a:chOff x="0" y="0"/>
            <a:chExt cx="6519329"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17B0E4">
                <a:alpha val="43529"/>
              </a:srgbClr>
            </a:solidFill>
          </p:spPr>
        </p:sp>
      </p:grpSp>
      <p:grpSp>
        <p:nvGrpSpPr>
          <p:cNvPr name="Group 10" id="10"/>
          <p:cNvGrpSpPr/>
          <p:nvPr/>
        </p:nvGrpSpPr>
        <p:grpSpPr>
          <a:xfrm rot="0">
            <a:off x="14001750" y="-12697"/>
            <a:ext cx="4281488" cy="10299697"/>
            <a:chOff x="0" y="0"/>
            <a:chExt cx="5708650" cy="13732929"/>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17B0E4">
                <a:alpha val="24706"/>
              </a:srgbClr>
            </a:solidFill>
          </p:spPr>
        </p:sp>
      </p:grpSp>
      <p:grpSp>
        <p:nvGrpSpPr>
          <p:cNvPr name="Group 12" id="12"/>
          <p:cNvGrpSpPr/>
          <p:nvPr/>
        </p:nvGrpSpPr>
        <p:grpSpPr>
          <a:xfrm rot="0">
            <a:off x="16348091" y="-12697"/>
            <a:ext cx="1935137" cy="10299697"/>
            <a:chOff x="0" y="0"/>
            <a:chExt cx="2580183" cy="13732929"/>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2E83C3">
                <a:alpha val="48627"/>
              </a:srgbClr>
            </a:solidFill>
          </p:spPr>
        </p:sp>
      </p:grpSp>
      <p:grpSp>
        <p:nvGrpSpPr>
          <p:cNvPr name="Group 14" id="14"/>
          <p:cNvGrpSpPr/>
          <p:nvPr/>
        </p:nvGrpSpPr>
        <p:grpSpPr>
          <a:xfrm rot="0">
            <a:off x="16408498" y="-12697"/>
            <a:ext cx="1874739" cy="10299697"/>
            <a:chOff x="0" y="0"/>
            <a:chExt cx="2499652" cy="13732929"/>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236292">
                <a:alpha val="63922"/>
              </a:srgbClr>
            </a:solidFill>
          </p:spPr>
        </p:sp>
      </p:grpSp>
      <p:grpSp>
        <p:nvGrpSpPr>
          <p:cNvPr name="Group 16" id="16"/>
          <p:cNvGrpSpPr/>
          <p:nvPr/>
        </p:nvGrpSpPr>
        <p:grpSpPr>
          <a:xfrm rot="0">
            <a:off x="15557497" y="5384797"/>
            <a:ext cx="2725741" cy="4902203"/>
            <a:chOff x="0" y="0"/>
            <a:chExt cx="3634321" cy="6536271"/>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17B0E4">
                <a:alpha val="43529"/>
              </a:srgbClr>
            </a:solidFill>
          </p:spPr>
        </p:sp>
      </p:grpSp>
      <p:grpSp>
        <p:nvGrpSpPr>
          <p:cNvPr name="Group 18" id="18"/>
          <p:cNvGrpSpPr/>
          <p:nvPr/>
        </p:nvGrpSpPr>
        <p:grpSpPr>
          <a:xfrm rot="0">
            <a:off x="0" y="6019800"/>
            <a:ext cx="673103" cy="4267200"/>
            <a:chOff x="0" y="0"/>
            <a:chExt cx="897471"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5FCBEF">
                <a:alpha val="48627"/>
              </a:srgbClr>
            </a:solidFill>
          </p:spPr>
        </p:sp>
      </p:grpSp>
      <p:grpSp>
        <p:nvGrpSpPr>
          <p:cNvPr name="Group 20" id="20"/>
          <p:cNvGrpSpPr/>
          <p:nvPr/>
        </p:nvGrpSpPr>
        <p:grpSpPr>
          <a:xfrm rot="0">
            <a:off x="990590" y="9568358"/>
            <a:ext cx="4114800" cy="547688"/>
            <a:chOff x="0" y="0"/>
            <a:chExt cx="5486400" cy="730250"/>
          </a:xfrm>
        </p:grpSpPr>
        <p:sp>
          <p:nvSpPr>
            <p:cNvPr name="Freeform 21" id="21"/>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2">
                <a:alphaModFix amt="0"/>
              </a:blip>
              <a:stretch>
                <a:fillRect l="0" t="-96391" r="0" b="-96391"/>
              </a:stretch>
            </a:blipFill>
          </p:spPr>
        </p:sp>
        <p:sp>
          <p:nvSpPr>
            <p:cNvPr name="TextBox 22" id="22"/>
            <p:cNvSpPr txBox="true"/>
            <p:nvPr/>
          </p:nvSpPr>
          <p:spPr>
            <a:xfrm>
              <a:off x="0" y="-9525"/>
              <a:ext cx="5486400" cy="739775"/>
            </a:xfrm>
            <a:prstGeom prst="rect">
              <a:avLst/>
            </a:prstGeom>
          </p:spPr>
          <p:txBody>
            <a:bodyPr anchor="ctr" rtlCol="false" tIns="0" lIns="0" bIns="0" rIns="0"/>
            <a:lstStyle/>
            <a:p>
              <a:pPr algn="l">
                <a:lnSpc>
                  <a:spcPts val="1980"/>
                </a:lnSpc>
              </a:pPr>
              <a:r>
                <a:rPr lang="en-US" sz="1650">
                  <a:solidFill>
                    <a:srgbClr val="2E83C3"/>
                  </a:solidFill>
                  <a:latin typeface="Trebuchet MS"/>
                  <a:ea typeface="Trebuchet MS"/>
                  <a:cs typeface="Trebuchet MS"/>
                  <a:sym typeface="Trebuchet MS"/>
                </a:rPr>
                <a:t>9/9/2026</a:t>
              </a:r>
            </a:p>
          </p:txBody>
        </p:sp>
      </p:grpSp>
      <p:grpSp>
        <p:nvGrpSpPr>
          <p:cNvPr name="Group 23" id="23"/>
          <p:cNvGrpSpPr/>
          <p:nvPr/>
        </p:nvGrpSpPr>
        <p:grpSpPr>
          <a:xfrm rot="0">
            <a:off x="2168290" y="9568358"/>
            <a:ext cx="6172200" cy="547688"/>
            <a:chOff x="0" y="0"/>
            <a:chExt cx="8229600" cy="730250"/>
          </a:xfrm>
        </p:grpSpPr>
        <p:sp>
          <p:nvSpPr>
            <p:cNvPr name="Freeform 24" id="24"/>
            <p:cNvSpPr/>
            <p:nvPr/>
          </p:nvSpPr>
          <p:spPr>
            <a:xfrm flipH="false" flipV="false" rot="0">
              <a:off x="0" y="0"/>
              <a:ext cx="8229600" cy="730250"/>
            </a:xfrm>
            <a:custGeom>
              <a:avLst/>
              <a:gdLst/>
              <a:ahLst/>
              <a:cxnLst/>
              <a:rect r="r" b="b" t="t" l="l"/>
              <a:pathLst>
                <a:path h="730250" w="8229600">
                  <a:moveTo>
                    <a:pt x="0" y="0"/>
                  </a:moveTo>
                  <a:lnTo>
                    <a:pt x="8229600" y="0"/>
                  </a:lnTo>
                  <a:lnTo>
                    <a:pt x="8229600" y="730250"/>
                  </a:lnTo>
                  <a:lnTo>
                    <a:pt x="0" y="730250"/>
                  </a:lnTo>
                  <a:close/>
                </a:path>
              </a:pathLst>
            </a:custGeom>
            <a:blipFill>
              <a:blip r:embed="rId2">
                <a:alphaModFix amt="0"/>
              </a:blip>
              <a:stretch>
                <a:fillRect l="0" t="-169587" r="0" b="-169587"/>
              </a:stretch>
            </a:blipFill>
          </p:spPr>
        </p:sp>
        <p:sp>
          <p:nvSpPr>
            <p:cNvPr name="TextBox 25" id="25"/>
            <p:cNvSpPr txBox="true"/>
            <p:nvPr/>
          </p:nvSpPr>
          <p:spPr>
            <a:xfrm>
              <a:off x="0" y="-9525"/>
              <a:ext cx="8229600" cy="739775"/>
            </a:xfrm>
            <a:prstGeom prst="rect">
              <a:avLst/>
            </a:prstGeom>
          </p:spPr>
          <p:txBody>
            <a:bodyPr anchor="ctr" rtlCol="false" tIns="0" lIns="0" bIns="0" rIns="0"/>
            <a:lstStyle/>
            <a:p>
              <a:pPr algn="l">
                <a:lnSpc>
                  <a:spcPts val="1980"/>
                </a:lnSpc>
              </a:pPr>
              <a:r>
                <a:rPr lang="en-US" sz="1650" b="true">
                  <a:solidFill>
                    <a:srgbClr val="2E83C3"/>
                  </a:solidFill>
                  <a:latin typeface="Trebuchet MS Bold"/>
                  <a:ea typeface="Trebuchet MS Bold"/>
                  <a:cs typeface="Trebuchet MS Bold"/>
                  <a:sym typeface="Trebuchet MS Bold"/>
                </a:rPr>
                <a:t>Annual Review</a:t>
              </a:r>
            </a:p>
          </p:txBody>
        </p:sp>
      </p:grpSp>
      <p:grpSp>
        <p:nvGrpSpPr>
          <p:cNvPr name="Group 26" id="26"/>
          <p:cNvGrpSpPr/>
          <p:nvPr/>
        </p:nvGrpSpPr>
        <p:grpSpPr>
          <a:xfrm rot="0">
            <a:off x="13208003" y="9568358"/>
            <a:ext cx="4114800" cy="547688"/>
            <a:chOff x="0" y="0"/>
            <a:chExt cx="5486400" cy="730250"/>
          </a:xfrm>
        </p:grpSpPr>
        <p:sp>
          <p:nvSpPr>
            <p:cNvPr name="Freeform 27" id="27"/>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2">
                <a:alphaModFix amt="0"/>
              </a:blip>
              <a:stretch>
                <a:fillRect l="0" t="-96391" r="0" b="-96391"/>
              </a:stretch>
            </a:blipFill>
          </p:spPr>
        </p:sp>
        <p:sp>
          <p:nvSpPr>
            <p:cNvPr name="TextBox 28" id="28"/>
            <p:cNvSpPr txBox="true"/>
            <p:nvPr/>
          </p:nvSpPr>
          <p:spPr>
            <a:xfrm>
              <a:off x="0" y="-9525"/>
              <a:ext cx="5486400" cy="739775"/>
            </a:xfrm>
            <a:prstGeom prst="rect">
              <a:avLst/>
            </a:prstGeom>
          </p:spPr>
          <p:txBody>
            <a:bodyPr anchor="ctr" rtlCol="false" tIns="0" lIns="0" bIns="0" rIns="0"/>
            <a:lstStyle/>
            <a:p>
              <a:pPr algn="r">
                <a:lnSpc>
                  <a:spcPts val="1980"/>
                </a:lnSpc>
              </a:pPr>
              <a:r>
                <a:rPr lang="en-US" sz="1650">
                  <a:solidFill>
                    <a:srgbClr val="2E946B"/>
                  </a:solidFill>
                  <a:latin typeface="Trebuchet MS"/>
                  <a:ea typeface="Trebuchet MS"/>
                  <a:cs typeface="Trebuchet MS"/>
                  <a:sym typeface="Trebuchet MS"/>
                </a:rPr>
                <a:t>‹#›</a:t>
              </a:r>
            </a:p>
          </p:txBody>
        </p:sp>
      </p:grpSp>
      <p:grpSp>
        <p:nvGrpSpPr>
          <p:cNvPr name="Group 29" id="29"/>
          <p:cNvGrpSpPr/>
          <p:nvPr/>
        </p:nvGrpSpPr>
        <p:grpSpPr>
          <a:xfrm rot="0">
            <a:off x="14031687" y="8045977"/>
            <a:ext cx="685800" cy="685800"/>
            <a:chOff x="0" y="0"/>
            <a:chExt cx="914400" cy="914400"/>
          </a:xfrm>
        </p:grpSpPr>
        <p:sp>
          <p:nvSpPr>
            <p:cNvPr name="Freeform 30" id="30"/>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solidFill>
              <a:srgbClr val="42B051"/>
            </a:solidFill>
          </p:spPr>
        </p:sp>
      </p:grpSp>
      <p:grpSp>
        <p:nvGrpSpPr>
          <p:cNvPr name="Group 31" id="31"/>
          <p:cNvGrpSpPr/>
          <p:nvPr/>
        </p:nvGrpSpPr>
        <p:grpSpPr>
          <a:xfrm rot="0">
            <a:off x="14717487" y="939317"/>
            <a:ext cx="479622" cy="479622"/>
            <a:chOff x="0" y="0"/>
            <a:chExt cx="639496" cy="639496"/>
          </a:xfrm>
        </p:grpSpPr>
        <p:sp>
          <p:nvSpPr>
            <p:cNvPr name="Freeform 32" id="32"/>
            <p:cNvSpPr/>
            <p:nvPr/>
          </p:nvSpPr>
          <p:spPr>
            <a:xfrm flipH="false" flipV="false" rot="0">
              <a:off x="0" y="0"/>
              <a:ext cx="639445" cy="639445"/>
            </a:xfrm>
            <a:custGeom>
              <a:avLst/>
              <a:gdLst/>
              <a:ahLst/>
              <a:cxnLst/>
              <a:rect r="r" b="b" t="t" l="l"/>
              <a:pathLst>
                <a:path h="639445" w="639445">
                  <a:moveTo>
                    <a:pt x="0" y="0"/>
                  </a:moveTo>
                  <a:lnTo>
                    <a:pt x="639445" y="0"/>
                  </a:lnTo>
                  <a:lnTo>
                    <a:pt x="639445" y="639445"/>
                  </a:lnTo>
                  <a:lnTo>
                    <a:pt x="0" y="639445"/>
                  </a:lnTo>
                  <a:close/>
                </a:path>
              </a:pathLst>
            </a:custGeom>
            <a:solidFill>
              <a:srgbClr val="2E83C3"/>
            </a:solidFill>
          </p:spPr>
        </p:sp>
      </p:grpSp>
      <p:grpSp>
        <p:nvGrpSpPr>
          <p:cNvPr name="Group 33" id="33"/>
          <p:cNvGrpSpPr/>
          <p:nvPr/>
        </p:nvGrpSpPr>
        <p:grpSpPr>
          <a:xfrm rot="0">
            <a:off x="14031687" y="8846610"/>
            <a:ext cx="269967" cy="269967"/>
            <a:chOff x="0" y="0"/>
            <a:chExt cx="359956" cy="359956"/>
          </a:xfrm>
        </p:grpSpPr>
        <p:sp>
          <p:nvSpPr>
            <p:cNvPr name="Freeform 34" id="34"/>
            <p:cNvSpPr/>
            <p:nvPr/>
          </p:nvSpPr>
          <p:spPr>
            <a:xfrm flipH="false" flipV="false" rot="0">
              <a:off x="0" y="0"/>
              <a:ext cx="359918" cy="359918"/>
            </a:xfrm>
            <a:custGeom>
              <a:avLst/>
              <a:gdLst/>
              <a:ahLst/>
              <a:cxnLst/>
              <a:rect r="r" b="b" t="t" l="l"/>
              <a:pathLst>
                <a:path h="359918" w="359918">
                  <a:moveTo>
                    <a:pt x="0" y="0"/>
                  </a:moveTo>
                  <a:lnTo>
                    <a:pt x="359918" y="0"/>
                  </a:lnTo>
                  <a:lnTo>
                    <a:pt x="359918" y="359918"/>
                  </a:lnTo>
                  <a:lnTo>
                    <a:pt x="0" y="359918"/>
                  </a:lnTo>
                  <a:close/>
                </a:path>
              </a:pathLst>
            </a:custGeom>
            <a:solidFill>
              <a:srgbClr val="2E946B"/>
            </a:solidFill>
          </p:spPr>
        </p:sp>
      </p:grpSp>
      <p:grpSp>
        <p:nvGrpSpPr>
          <p:cNvPr name="Group 35" id="35"/>
          <p:cNvGrpSpPr/>
          <p:nvPr/>
        </p:nvGrpSpPr>
        <p:grpSpPr>
          <a:xfrm rot="0">
            <a:off x="1013936" y="9707880"/>
            <a:ext cx="3214688" cy="289560"/>
            <a:chOff x="0" y="0"/>
            <a:chExt cx="4286250" cy="386080"/>
          </a:xfrm>
        </p:grpSpPr>
        <p:sp>
          <p:nvSpPr>
            <p:cNvPr name="Freeform 36" id="36"/>
            <p:cNvSpPr/>
            <p:nvPr/>
          </p:nvSpPr>
          <p:spPr>
            <a:xfrm flipH="false" flipV="false" rot="0">
              <a:off x="0" y="0"/>
              <a:ext cx="4286250" cy="386080"/>
            </a:xfrm>
            <a:custGeom>
              <a:avLst/>
              <a:gdLst/>
              <a:ahLst/>
              <a:cxnLst/>
              <a:rect r="r" b="b" t="t" l="l"/>
              <a:pathLst>
                <a:path h="386080" w="4286250">
                  <a:moveTo>
                    <a:pt x="0" y="0"/>
                  </a:moveTo>
                  <a:lnTo>
                    <a:pt x="4286250" y="0"/>
                  </a:lnTo>
                  <a:lnTo>
                    <a:pt x="4286250" y="386080"/>
                  </a:lnTo>
                  <a:lnTo>
                    <a:pt x="0" y="386080"/>
                  </a:lnTo>
                  <a:lnTo>
                    <a:pt x="0" y="0"/>
                  </a:lnTo>
                  <a:close/>
                </a:path>
              </a:pathLst>
            </a:custGeom>
            <a:blipFill>
              <a:blip r:embed="rId3"/>
              <a:stretch>
                <a:fillRect l="0" t="-2518486" r="-135857" b="0"/>
              </a:stretch>
            </a:blipFill>
          </p:spPr>
        </p:sp>
      </p:grpSp>
      <p:sp>
        <p:nvSpPr>
          <p:cNvPr name="Freeform 37" id="37"/>
          <p:cNvSpPr/>
          <p:nvPr/>
        </p:nvSpPr>
        <p:spPr>
          <a:xfrm flipH="false" flipV="false" rot="0">
            <a:off x="618437" y="1756658"/>
            <a:ext cx="7220373" cy="4131496"/>
          </a:xfrm>
          <a:custGeom>
            <a:avLst/>
            <a:gdLst/>
            <a:ahLst/>
            <a:cxnLst/>
            <a:rect r="r" b="b" t="t" l="l"/>
            <a:pathLst>
              <a:path h="4131496" w="7220373">
                <a:moveTo>
                  <a:pt x="0" y="0"/>
                </a:moveTo>
                <a:lnTo>
                  <a:pt x="7220373" y="0"/>
                </a:lnTo>
                <a:lnTo>
                  <a:pt x="7220373" y="4131495"/>
                </a:lnTo>
                <a:lnTo>
                  <a:pt x="0" y="4131495"/>
                </a:lnTo>
                <a:lnTo>
                  <a:pt x="0" y="0"/>
                </a:lnTo>
                <a:close/>
              </a:path>
            </a:pathLst>
          </a:custGeom>
          <a:blipFill>
            <a:blip r:embed="rId4"/>
            <a:stretch>
              <a:fillRect l="0" t="0" r="0" b="0"/>
            </a:stretch>
          </a:blipFill>
        </p:spPr>
      </p:sp>
      <p:sp>
        <p:nvSpPr>
          <p:cNvPr name="Freeform 38" id="38"/>
          <p:cNvSpPr/>
          <p:nvPr/>
        </p:nvSpPr>
        <p:spPr>
          <a:xfrm flipH="false" flipV="false" rot="0">
            <a:off x="7345620" y="1664972"/>
            <a:ext cx="7371867" cy="3935296"/>
          </a:xfrm>
          <a:custGeom>
            <a:avLst/>
            <a:gdLst/>
            <a:ahLst/>
            <a:cxnLst/>
            <a:rect r="r" b="b" t="t" l="l"/>
            <a:pathLst>
              <a:path h="3935296" w="7371867">
                <a:moveTo>
                  <a:pt x="0" y="0"/>
                </a:moveTo>
                <a:lnTo>
                  <a:pt x="7371867" y="0"/>
                </a:lnTo>
                <a:lnTo>
                  <a:pt x="7371867" y="3935295"/>
                </a:lnTo>
                <a:lnTo>
                  <a:pt x="0" y="3935295"/>
                </a:lnTo>
                <a:lnTo>
                  <a:pt x="0" y="0"/>
                </a:lnTo>
                <a:close/>
              </a:path>
            </a:pathLst>
          </a:custGeom>
          <a:blipFill>
            <a:blip r:embed="rId5"/>
            <a:stretch>
              <a:fillRect l="0" t="0" r="-7432" b="0"/>
            </a:stretch>
          </a:blipFill>
        </p:spPr>
      </p:sp>
      <p:sp>
        <p:nvSpPr>
          <p:cNvPr name="Freeform 39" id="39"/>
          <p:cNvSpPr/>
          <p:nvPr/>
        </p:nvSpPr>
        <p:spPr>
          <a:xfrm flipH="false" flipV="false" rot="0">
            <a:off x="1105376" y="6126524"/>
            <a:ext cx="6774100" cy="3870916"/>
          </a:xfrm>
          <a:custGeom>
            <a:avLst/>
            <a:gdLst/>
            <a:ahLst/>
            <a:cxnLst/>
            <a:rect r="r" b="b" t="t" l="l"/>
            <a:pathLst>
              <a:path h="3870916" w="6774100">
                <a:moveTo>
                  <a:pt x="0" y="0"/>
                </a:moveTo>
                <a:lnTo>
                  <a:pt x="6774100" y="0"/>
                </a:lnTo>
                <a:lnTo>
                  <a:pt x="6774100" y="3870916"/>
                </a:lnTo>
                <a:lnTo>
                  <a:pt x="0" y="3870916"/>
                </a:lnTo>
                <a:lnTo>
                  <a:pt x="0" y="0"/>
                </a:lnTo>
                <a:close/>
              </a:path>
            </a:pathLst>
          </a:custGeom>
          <a:blipFill>
            <a:blip r:embed="rId6"/>
            <a:stretch>
              <a:fillRect l="0" t="0" r="-7035" b="0"/>
            </a:stretch>
          </a:blipFill>
        </p:spPr>
      </p:sp>
      <p:sp>
        <p:nvSpPr>
          <p:cNvPr name="Freeform 40" id="40"/>
          <p:cNvSpPr/>
          <p:nvPr/>
        </p:nvSpPr>
        <p:spPr>
          <a:xfrm flipH="false" flipV="false" rot="0">
            <a:off x="7788036" y="5847917"/>
            <a:ext cx="7261665" cy="4149523"/>
          </a:xfrm>
          <a:custGeom>
            <a:avLst/>
            <a:gdLst/>
            <a:ahLst/>
            <a:cxnLst/>
            <a:rect r="r" b="b" t="t" l="l"/>
            <a:pathLst>
              <a:path h="4149523" w="7261665">
                <a:moveTo>
                  <a:pt x="0" y="0"/>
                </a:moveTo>
                <a:lnTo>
                  <a:pt x="7261664" y="0"/>
                </a:lnTo>
                <a:lnTo>
                  <a:pt x="7261664" y="4149523"/>
                </a:lnTo>
                <a:lnTo>
                  <a:pt x="0" y="4149523"/>
                </a:lnTo>
                <a:lnTo>
                  <a:pt x="0" y="0"/>
                </a:lnTo>
                <a:close/>
              </a:path>
            </a:pathLst>
          </a:custGeom>
          <a:blipFill>
            <a:blip r:embed="rId7"/>
            <a:stretch>
              <a:fillRect l="0" t="0" r="0" b="0"/>
            </a:stretch>
          </a:blipFill>
        </p:spPr>
      </p:sp>
      <p:sp>
        <p:nvSpPr>
          <p:cNvPr name="TextBox 41" id="41"/>
          <p:cNvSpPr txBox="true"/>
          <p:nvPr/>
        </p:nvSpPr>
        <p:spPr>
          <a:xfrm rot="0">
            <a:off x="1105376" y="582549"/>
            <a:ext cx="4289584" cy="1174109"/>
          </a:xfrm>
          <a:prstGeom prst="rect">
            <a:avLst/>
          </a:prstGeom>
        </p:spPr>
        <p:txBody>
          <a:bodyPr anchor="t" rtlCol="false" tIns="0" lIns="0" bIns="0" rIns="0">
            <a:spAutoFit/>
          </a:bodyPr>
          <a:lstStyle/>
          <a:p>
            <a:pPr algn="l">
              <a:lnSpc>
                <a:spcPts val="8640"/>
              </a:lnSpc>
            </a:pPr>
            <a:r>
              <a:rPr lang="en-US" sz="7200" b="true">
                <a:solidFill>
                  <a:srgbClr val="000000"/>
                </a:solidFill>
                <a:latin typeface="Trebuchet MS Bold"/>
                <a:ea typeface="Trebuchet MS Bold"/>
                <a:cs typeface="Trebuchet MS Bold"/>
                <a:sym typeface="Trebuchet MS Bold"/>
              </a:rPr>
              <a:t>RESULTS </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0">
            <a:off x="9738484" y="5138738"/>
            <a:ext cx="10464870" cy="0"/>
          </a:xfrm>
          <a:prstGeom prst="line">
            <a:avLst/>
          </a:prstGeom>
          <a:ln cap="rnd" w="9525">
            <a:solidFill>
              <a:srgbClr val="5FCBEF"/>
            </a:solidFill>
            <a:prstDash val="solid"/>
            <a:headEnd type="none" len="sm" w="sm"/>
            <a:tailEnd type="none" len="sm" w="sm"/>
          </a:ln>
        </p:spPr>
      </p:sp>
      <p:sp>
        <p:nvSpPr>
          <p:cNvPr name="AutoShape 3" id="3"/>
          <p:cNvSpPr/>
          <p:nvPr/>
        </p:nvSpPr>
        <p:spPr>
          <a:xfrm rot="8776560">
            <a:off x="10406482" y="7899797"/>
            <a:ext cx="8608171" cy="0"/>
          </a:xfrm>
          <a:prstGeom prst="line">
            <a:avLst/>
          </a:prstGeom>
          <a:ln cap="rnd" w="9525">
            <a:solidFill>
              <a:srgbClr val="5FCBEF"/>
            </a:solidFill>
            <a:prstDash val="solid"/>
            <a:headEnd type="none" len="sm" w="sm"/>
            <a:tailEnd type="none" len="sm" w="sm"/>
          </a:ln>
        </p:spPr>
      </p:sp>
      <p:grpSp>
        <p:nvGrpSpPr>
          <p:cNvPr name="Group 4" id="4"/>
          <p:cNvGrpSpPr/>
          <p:nvPr/>
        </p:nvGrpSpPr>
        <p:grpSpPr>
          <a:xfrm rot="0">
            <a:off x="13772217" y="-12697"/>
            <a:ext cx="4511021" cy="10299697"/>
            <a:chOff x="0" y="0"/>
            <a:chExt cx="6014695" cy="13732929"/>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5FCBEF">
                <a:alpha val="12941"/>
              </a:srgbClr>
            </a:solidFill>
          </p:spPr>
        </p:sp>
      </p:grpSp>
      <p:grpSp>
        <p:nvGrpSpPr>
          <p:cNvPr name="Group 6" id="6"/>
          <p:cNvGrpSpPr/>
          <p:nvPr/>
        </p:nvGrpSpPr>
        <p:grpSpPr>
          <a:xfrm rot="0">
            <a:off x="14405162" y="-12697"/>
            <a:ext cx="3882838" cy="10299697"/>
            <a:chOff x="0" y="0"/>
            <a:chExt cx="5177117" cy="13732929"/>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5FCBEF">
                <a:alpha val="3922"/>
              </a:srgbClr>
            </a:solidFill>
          </p:spPr>
        </p:sp>
      </p:grpSp>
      <p:grpSp>
        <p:nvGrpSpPr>
          <p:cNvPr name="Group 8" id="8"/>
          <p:cNvGrpSpPr/>
          <p:nvPr/>
        </p:nvGrpSpPr>
        <p:grpSpPr>
          <a:xfrm rot="0">
            <a:off x="13398503" y="4572000"/>
            <a:ext cx="4889497" cy="5715000"/>
            <a:chOff x="0" y="0"/>
            <a:chExt cx="6519329"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17B0E4">
                <a:alpha val="43529"/>
              </a:srgbClr>
            </a:solidFill>
          </p:spPr>
        </p:sp>
      </p:grpSp>
      <p:sp>
        <p:nvSpPr>
          <p:cNvPr name="Freeform 10" id="10"/>
          <p:cNvSpPr/>
          <p:nvPr/>
        </p:nvSpPr>
        <p:spPr>
          <a:xfrm flipH="false" flipV="false" rot="0">
            <a:off x="9344438" y="5753054"/>
            <a:ext cx="7002143" cy="4089147"/>
          </a:xfrm>
          <a:custGeom>
            <a:avLst/>
            <a:gdLst/>
            <a:ahLst/>
            <a:cxnLst/>
            <a:rect r="r" b="b" t="t" l="l"/>
            <a:pathLst>
              <a:path h="4089147" w="7002143">
                <a:moveTo>
                  <a:pt x="0" y="0"/>
                </a:moveTo>
                <a:lnTo>
                  <a:pt x="7002143" y="0"/>
                </a:lnTo>
                <a:lnTo>
                  <a:pt x="7002143" y="4089148"/>
                </a:lnTo>
                <a:lnTo>
                  <a:pt x="0" y="4089148"/>
                </a:lnTo>
                <a:lnTo>
                  <a:pt x="0" y="0"/>
                </a:lnTo>
                <a:close/>
              </a:path>
            </a:pathLst>
          </a:custGeom>
          <a:blipFill>
            <a:blip r:embed="rId2"/>
            <a:stretch>
              <a:fillRect l="0" t="0" r="-1749" b="0"/>
            </a:stretch>
          </a:blipFill>
        </p:spPr>
      </p:sp>
      <p:grpSp>
        <p:nvGrpSpPr>
          <p:cNvPr name="Group 11" id="11"/>
          <p:cNvGrpSpPr/>
          <p:nvPr/>
        </p:nvGrpSpPr>
        <p:grpSpPr>
          <a:xfrm rot="0">
            <a:off x="14001750" y="-12697"/>
            <a:ext cx="4281488" cy="10299697"/>
            <a:chOff x="0" y="0"/>
            <a:chExt cx="5708650" cy="13732929"/>
          </a:xfrm>
        </p:grpSpPr>
        <p:sp>
          <p:nvSpPr>
            <p:cNvPr name="Freeform 12" id="12"/>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17B0E4">
                <a:alpha val="24706"/>
              </a:srgbClr>
            </a:solidFill>
          </p:spPr>
        </p:sp>
      </p:grpSp>
      <p:grpSp>
        <p:nvGrpSpPr>
          <p:cNvPr name="Group 13" id="13"/>
          <p:cNvGrpSpPr/>
          <p:nvPr/>
        </p:nvGrpSpPr>
        <p:grpSpPr>
          <a:xfrm rot="0">
            <a:off x="16348091" y="-12697"/>
            <a:ext cx="1935137" cy="10299697"/>
            <a:chOff x="0" y="0"/>
            <a:chExt cx="2580183" cy="13732929"/>
          </a:xfrm>
        </p:grpSpPr>
        <p:sp>
          <p:nvSpPr>
            <p:cNvPr name="Freeform 14" id="14"/>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2E83C3">
                <a:alpha val="48627"/>
              </a:srgbClr>
            </a:solidFill>
          </p:spPr>
        </p:sp>
      </p:grpSp>
      <p:grpSp>
        <p:nvGrpSpPr>
          <p:cNvPr name="Group 15" id="15"/>
          <p:cNvGrpSpPr/>
          <p:nvPr/>
        </p:nvGrpSpPr>
        <p:grpSpPr>
          <a:xfrm rot="0">
            <a:off x="16408498" y="-12697"/>
            <a:ext cx="1874739" cy="10299697"/>
            <a:chOff x="0" y="0"/>
            <a:chExt cx="2499652" cy="13732929"/>
          </a:xfrm>
        </p:grpSpPr>
        <p:sp>
          <p:nvSpPr>
            <p:cNvPr name="Freeform 16" id="16"/>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236292">
                <a:alpha val="63922"/>
              </a:srgbClr>
            </a:solidFill>
          </p:spPr>
        </p:sp>
      </p:grpSp>
      <p:grpSp>
        <p:nvGrpSpPr>
          <p:cNvPr name="Group 17" id="17"/>
          <p:cNvGrpSpPr/>
          <p:nvPr/>
        </p:nvGrpSpPr>
        <p:grpSpPr>
          <a:xfrm rot="0">
            <a:off x="15557497" y="5384797"/>
            <a:ext cx="2725741" cy="4902203"/>
            <a:chOff x="0" y="0"/>
            <a:chExt cx="3634321" cy="6536271"/>
          </a:xfrm>
        </p:grpSpPr>
        <p:sp>
          <p:nvSpPr>
            <p:cNvPr name="Freeform 18" id="18"/>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17B0E4">
                <a:alpha val="43529"/>
              </a:srgbClr>
            </a:solidFill>
          </p:spPr>
        </p:sp>
      </p:grpSp>
      <p:grpSp>
        <p:nvGrpSpPr>
          <p:cNvPr name="Group 19" id="19"/>
          <p:cNvGrpSpPr/>
          <p:nvPr/>
        </p:nvGrpSpPr>
        <p:grpSpPr>
          <a:xfrm rot="0">
            <a:off x="0" y="6019800"/>
            <a:ext cx="673103" cy="4267200"/>
            <a:chOff x="0" y="0"/>
            <a:chExt cx="897471" cy="5689600"/>
          </a:xfrm>
        </p:grpSpPr>
        <p:sp>
          <p:nvSpPr>
            <p:cNvPr name="Freeform 20" id="20"/>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5FCBEF">
                <a:alpha val="48627"/>
              </a:srgbClr>
            </a:solidFill>
          </p:spPr>
        </p:sp>
      </p:grpSp>
      <p:grpSp>
        <p:nvGrpSpPr>
          <p:cNvPr name="Group 21" id="21"/>
          <p:cNvGrpSpPr/>
          <p:nvPr/>
        </p:nvGrpSpPr>
        <p:grpSpPr>
          <a:xfrm rot="0">
            <a:off x="990590" y="9568358"/>
            <a:ext cx="4114800" cy="547688"/>
            <a:chOff x="0" y="0"/>
            <a:chExt cx="5486400" cy="730250"/>
          </a:xfrm>
        </p:grpSpPr>
        <p:sp>
          <p:nvSpPr>
            <p:cNvPr name="Freeform 22" id="22"/>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3">
                <a:alphaModFix amt="0"/>
              </a:blip>
              <a:stretch>
                <a:fillRect l="0" t="-96391" r="0" b="-96391"/>
              </a:stretch>
            </a:blipFill>
          </p:spPr>
        </p:sp>
        <p:sp>
          <p:nvSpPr>
            <p:cNvPr name="TextBox 23" id="23"/>
            <p:cNvSpPr txBox="true"/>
            <p:nvPr/>
          </p:nvSpPr>
          <p:spPr>
            <a:xfrm>
              <a:off x="0" y="-9525"/>
              <a:ext cx="5486400" cy="739775"/>
            </a:xfrm>
            <a:prstGeom prst="rect">
              <a:avLst/>
            </a:prstGeom>
          </p:spPr>
          <p:txBody>
            <a:bodyPr anchor="ctr" rtlCol="false" tIns="0" lIns="0" bIns="0" rIns="0"/>
            <a:lstStyle/>
            <a:p>
              <a:pPr algn="l">
                <a:lnSpc>
                  <a:spcPts val="1980"/>
                </a:lnSpc>
              </a:pPr>
              <a:r>
                <a:rPr lang="en-US" sz="1650">
                  <a:solidFill>
                    <a:srgbClr val="2E83C3"/>
                  </a:solidFill>
                  <a:latin typeface="Trebuchet MS"/>
                  <a:ea typeface="Trebuchet MS"/>
                  <a:cs typeface="Trebuchet MS"/>
                  <a:sym typeface="Trebuchet MS"/>
                </a:rPr>
                <a:t>9/9/2026</a:t>
              </a:r>
            </a:p>
          </p:txBody>
        </p:sp>
      </p:grpSp>
      <p:grpSp>
        <p:nvGrpSpPr>
          <p:cNvPr name="Group 24" id="24"/>
          <p:cNvGrpSpPr/>
          <p:nvPr/>
        </p:nvGrpSpPr>
        <p:grpSpPr>
          <a:xfrm rot="0">
            <a:off x="2168290" y="9568358"/>
            <a:ext cx="6172200" cy="547688"/>
            <a:chOff x="0" y="0"/>
            <a:chExt cx="8229600" cy="730250"/>
          </a:xfrm>
        </p:grpSpPr>
        <p:sp>
          <p:nvSpPr>
            <p:cNvPr name="Freeform 25" id="25"/>
            <p:cNvSpPr/>
            <p:nvPr/>
          </p:nvSpPr>
          <p:spPr>
            <a:xfrm flipH="false" flipV="false" rot="0">
              <a:off x="0" y="0"/>
              <a:ext cx="8229600" cy="730250"/>
            </a:xfrm>
            <a:custGeom>
              <a:avLst/>
              <a:gdLst/>
              <a:ahLst/>
              <a:cxnLst/>
              <a:rect r="r" b="b" t="t" l="l"/>
              <a:pathLst>
                <a:path h="730250" w="8229600">
                  <a:moveTo>
                    <a:pt x="0" y="0"/>
                  </a:moveTo>
                  <a:lnTo>
                    <a:pt x="8229600" y="0"/>
                  </a:lnTo>
                  <a:lnTo>
                    <a:pt x="8229600" y="730250"/>
                  </a:lnTo>
                  <a:lnTo>
                    <a:pt x="0" y="730250"/>
                  </a:lnTo>
                  <a:close/>
                </a:path>
              </a:pathLst>
            </a:custGeom>
            <a:blipFill>
              <a:blip r:embed="rId3">
                <a:alphaModFix amt="0"/>
              </a:blip>
              <a:stretch>
                <a:fillRect l="0" t="-169587" r="0" b="-169587"/>
              </a:stretch>
            </a:blipFill>
          </p:spPr>
        </p:sp>
        <p:sp>
          <p:nvSpPr>
            <p:cNvPr name="TextBox 26" id="26"/>
            <p:cNvSpPr txBox="true"/>
            <p:nvPr/>
          </p:nvSpPr>
          <p:spPr>
            <a:xfrm>
              <a:off x="0" y="-9525"/>
              <a:ext cx="8229600" cy="739775"/>
            </a:xfrm>
            <a:prstGeom prst="rect">
              <a:avLst/>
            </a:prstGeom>
          </p:spPr>
          <p:txBody>
            <a:bodyPr anchor="ctr" rtlCol="false" tIns="0" lIns="0" bIns="0" rIns="0"/>
            <a:lstStyle/>
            <a:p>
              <a:pPr algn="l">
                <a:lnSpc>
                  <a:spcPts val="1980"/>
                </a:lnSpc>
              </a:pPr>
              <a:r>
                <a:rPr lang="en-US" sz="1650" b="true">
                  <a:solidFill>
                    <a:srgbClr val="2E83C3"/>
                  </a:solidFill>
                  <a:latin typeface="Trebuchet MS Bold"/>
                  <a:ea typeface="Trebuchet MS Bold"/>
                  <a:cs typeface="Trebuchet MS Bold"/>
                  <a:sym typeface="Trebuchet MS Bold"/>
                </a:rPr>
                <a:t>Annual Review</a:t>
              </a:r>
            </a:p>
          </p:txBody>
        </p:sp>
      </p:grpSp>
      <p:grpSp>
        <p:nvGrpSpPr>
          <p:cNvPr name="Group 27" id="27"/>
          <p:cNvGrpSpPr/>
          <p:nvPr/>
        </p:nvGrpSpPr>
        <p:grpSpPr>
          <a:xfrm rot="0">
            <a:off x="13208003" y="9568358"/>
            <a:ext cx="4114800" cy="547688"/>
            <a:chOff x="0" y="0"/>
            <a:chExt cx="5486400" cy="730250"/>
          </a:xfrm>
        </p:grpSpPr>
        <p:sp>
          <p:nvSpPr>
            <p:cNvPr name="Freeform 28" id="28"/>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3">
                <a:alphaModFix amt="0"/>
              </a:blip>
              <a:stretch>
                <a:fillRect l="0" t="-96391" r="0" b="-96391"/>
              </a:stretch>
            </a:blipFill>
          </p:spPr>
        </p:sp>
        <p:sp>
          <p:nvSpPr>
            <p:cNvPr name="TextBox 29" id="29"/>
            <p:cNvSpPr txBox="true"/>
            <p:nvPr/>
          </p:nvSpPr>
          <p:spPr>
            <a:xfrm>
              <a:off x="0" y="-9525"/>
              <a:ext cx="5486400" cy="739775"/>
            </a:xfrm>
            <a:prstGeom prst="rect">
              <a:avLst/>
            </a:prstGeom>
          </p:spPr>
          <p:txBody>
            <a:bodyPr anchor="ctr" rtlCol="false" tIns="0" lIns="0" bIns="0" rIns="0"/>
            <a:lstStyle/>
            <a:p>
              <a:pPr algn="r">
                <a:lnSpc>
                  <a:spcPts val="1980"/>
                </a:lnSpc>
              </a:pPr>
              <a:r>
                <a:rPr lang="en-US" sz="1650">
                  <a:solidFill>
                    <a:srgbClr val="2E946B"/>
                  </a:solidFill>
                  <a:latin typeface="Trebuchet MS"/>
                  <a:ea typeface="Trebuchet MS"/>
                  <a:cs typeface="Trebuchet MS"/>
                  <a:sym typeface="Trebuchet MS"/>
                </a:rPr>
                <a:t>‹#›</a:t>
              </a:r>
            </a:p>
          </p:txBody>
        </p:sp>
      </p:grpSp>
      <p:grpSp>
        <p:nvGrpSpPr>
          <p:cNvPr name="Group 30" id="30"/>
          <p:cNvGrpSpPr/>
          <p:nvPr/>
        </p:nvGrpSpPr>
        <p:grpSpPr>
          <a:xfrm rot="0">
            <a:off x="17345868" y="8882558"/>
            <a:ext cx="685800" cy="685800"/>
            <a:chOff x="0" y="0"/>
            <a:chExt cx="914400" cy="914400"/>
          </a:xfrm>
        </p:grpSpPr>
        <p:sp>
          <p:nvSpPr>
            <p:cNvPr name="Freeform 31" id="31"/>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solidFill>
              <a:srgbClr val="42B051"/>
            </a:solidFill>
          </p:spPr>
        </p:sp>
      </p:grpSp>
      <p:grpSp>
        <p:nvGrpSpPr>
          <p:cNvPr name="Group 32" id="32"/>
          <p:cNvGrpSpPr/>
          <p:nvPr/>
        </p:nvGrpSpPr>
        <p:grpSpPr>
          <a:xfrm rot="0">
            <a:off x="14785781" y="1516847"/>
            <a:ext cx="479622" cy="479622"/>
            <a:chOff x="0" y="0"/>
            <a:chExt cx="639496" cy="639496"/>
          </a:xfrm>
        </p:grpSpPr>
        <p:sp>
          <p:nvSpPr>
            <p:cNvPr name="Freeform 33" id="33"/>
            <p:cNvSpPr/>
            <p:nvPr/>
          </p:nvSpPr>
          <p:spPr>
            <a:xfrm flipH="false" flipV="false" rot="0">
              <a:off x="0" y="0"/>
              <a:ext cx="639445" cy="639445"/>
            </a:xfrm>
            <a:custGeom>
              <a:avLst/>
              <a:gdLst/>
              <a:ahLst/>
              <a:cxnLst/>
              <a:rect r="r" b="b" t="t" l="l"/>
              <a:pathLst>
                <a:path h="639445" w="639445">
                  <a:moveTo>
                    <a:pt x="0" y="0"/>
                  </a:moveTo>
                  <a:lnTo>
                    <a:pt x="639445" y="0"/>
                  </a:lnTo>
                  <a:lnTo>
                    <a:pt x="639445" y="639445"/>
                  </a:lnTo>
                  <a:lnTo>
                    <a:pt x="0" y="639445"/>
                  </a:lnTo>
                  <a:close/>
                </a:path>
              </a:pathLst>
            </a:custGeom>
            <a:solidFill>
              <a:srgbClr val="2E83C3"/>
            </a:solidFill>
          </p:spPr>
        </p:sp>
      </p:grpSp>
      <p:grpSp>
        <p:nvGrpSpPr>
          <p:cNvPr name="Group 34" id="34"/>
          <p:cNvGrpSpPr/>
          <p:nvPr/>
        </p:nvGrpSpPr>
        <p:grpSpPr>
          <a:xfrm rot="0">
            <a:off x="17622931" y="8389963"/>
            <a:ext cx="269967" cy="269967"/>
            <a:chOff x="0" y="0"/>
            <a:chExt cx="359956" cy="359956"/>
          </a:xfrm>
        </p:grpSpPr>
        <p:sp>
          <p:nvSpPr>
            <p:cNvPr name="Freeform 35" id="35"/>
            <p:cNvSpPr/>
            <p:nvPr/>
          </p:nvSpPr>
          <p:spPr>
            <a:xfrm flipH="false" flipV="false" rot="0">
              <a:off x="0" y="0"/>
              <a:ext cx="359918" cy="359918"/>
            </a:xfrm>
            <a:custGeom>
              <a:avLst/>
              <a:gdLst/>
              <a:ahLst/>
              <a:cxnLst/>
              <a:rect r="r" b="b" t="t" l="l"/>
              <a:pathLst>
                <a:path h="359918" w="359918">
                  <a:moveTo>
                    <a:pt x="0" y="0"/>
                  </a:moveTo>
                  <a:lnTo>
                    <a:pt x="359918" y="0"/>
                  </a:lnTo>
                  <a:lnTo>
                    <a:pt x="359918" y="359918"/>
                  </a:lnTo>
                  <a:lnTo>
                    <a:pt x="0" y="359918"/>
                  </a:lnTo>
                  <a:close/>
                </a:path>
              </a:pathLst>
            </a:custGeom>
            <a:solidFill>
              <a:srgbClr val="2E946B"/>
            </a:solidFill>
          </p:spPr>
        </p:sp>
      </p:grpSp>
      <p:grpSp>
        <p:nvGrpSpPr>
          <p:cNvPr name="Group 36" id="36"/>
          <p:cNvGrpSpPr/>
          <p:nvPr/>
        </p:nvGrpSpPr>
        <p:grpSpPr>
          <a:xfrm rot="0">
            <a:off x="1013936" y="9707880"/>
            <a:ext cx="3214688" cy="289560"/>
            <a:chOff x="0" y="0"/>
            <a:chExt cx="4286250" cy="386080"/>
          </a:xfrm>
        </p:grpSpPr>
        <p:sp>
          <p:nvSpPr>
            <p:cNvPr name="Freeform 37" id="37"/>
            <p:cNvSpPr/>
            <p:nvPr/>
          </p:nvSpPr>
          <p:spPr>
            <a:xfrm flipH="false" flipV="false" rot="0">
              <a:off x="0" y="0"/>
              <a:ext cx="4286250" cy="386080"/>
            </a:xfrm>
            <a:custGeom>
              <a:avLst/>
              <a:gdLst/>
              <a:ahLst/>
              <a:cxnLst/>
              <a:rect r="r" b="b" t="t" l="l"/>
              <a:pathLst>
                <a:path h="386080" w="4286250">
                  <a:moveTo>
                    <a:pt x="0" y="0"/>
                  </a:moveTo>
                  <a:lnTo>
                    <a:pt x="4286250" y="0"/>
                  </a:lnTo>
                  <a:lnTo>
                    <a:pt x="4286250" y="386080"/>
                  </a:lnTo>
                  <a:lnTo>
                    <a:pt x="0" y="386080"/>
                  </a:lnTo>
                  <a:lnTo>
                    <a:pt x="0" y="0"/>
                  </a:lnTo>
                  <a:close/>
                </a:path>
              </a:pathLst>
            </a:custGeom>
            <a:blipFill>
              <a:blip r:embed="rId4"/>
              <a:stretch>
                <a:fillRect l="0" t="-2518486" r="-135857" b="0"/>
              </a:stretch>
            </a:blipFill>
          </p:spPr>
        </p:sp>
      </p:grpSp>
      <p:sp>
        <p:nvSpPr>
          <p:cNvPr name="Freeform 38" id="38"/>
          <p:cNvSpPr/>
          <p:nvPr/>
        </p:nvSpPr>
        <p:spPr>
          <a:xfrm flipH="false" flipV="false" rot="0">
            <a:off x="1582055" y="1560828"/>
            <a:ext cx="7625810" cy="4238014"/>
          </a:xfrm>
          <a:custGeom>
            <a:avLst/>
            <a:gdLst/>
            <a:ahLst/>
            <a:cxnLst/>
            <a:rect r="r" b="b" t="t" l="l"/>
            <a:pathLst>
              <a:path h="4238014" w="7625810">
                <a:moveTo>
                  <a:pt x="0" y="0"/>
                </a:moveTo>
                <a:lnTo>
                  <a:pt x="7625810" y="0"/>
                </a:lnTo>
                <a:lnTo>
                  <a:pt x="7625810" y="4238015"/>
                </a:lnTo>
                <a:lnTo>
                  <a:pt x="0" y="4238015"/>
                </a:lnTo>
                <a:lnTo>
                  <a:pt x="0" y="0"/>
                </a:lnTo>
                <a:close/>
              </a:path>
            </a:pathLst>
          </a:custGeom>
          <a:blipFill>
            <a:blip r:embed="rId5"/>
            <a:stretch>
              <a:fillRect l="0" t="0" r="0" b="0"/>
            </a:stretch>
          </a:blipFill>
        </p:spPr>
      </p:sp>
      <p:sp>
        <p:nvSpPr>
          <p:cNvPr name="Freeform 39" id="39"/>
          <p:cNvSpPr/>
          <p:nvPr/>
        </p:nvSpPr>
        <p:spPr>
          <a:xfrm flipH="false" flipV="false" rot="0">
            <a:off x="9144000" y="1560828"/>
            <a:ext cx="6699252" cy="3986708"/>
          </a:xfrm>
          <a:custGeom>
            <a:avLst/>
            <a:gdLst/>
            <a:ahLst/>
            <a:cxnLst/>
            <a:rect r="r" b="b" t="t" l="l"/>
            <a:pathLst>
              <a:path h="3986708" w="6699252">
                <a:moveTo>
                  <a:pt x="0" y="0"/>
                </a:moveTo>
                <a:lnTo>
                  <a:pt x="6699252" y="0"/>
                </a:lnTo>
                <a:lnTo>
                  <a:pt x="6699252" y="3986708"/>
                </a:lnTo>
                <a:lnTo>
                  <a:pt x="0" y="3986708"/>
                </a:lnTo>
                <a:lnTo>
                  <a:pt x="0" y="0"/>
                </a:lnTo>
                <a:close/>
              </a:path>
            </a:pathLst>
          </a:custGeom>
          <a:blipFill>
            <a:blip r:embed="rId6"/>
            <a:stretch>
              <a:fillRect l="0" t="0" r="-7399" b="0"/>
            </a:stretch>
          </a:blipFill>
        </p:spPr>
      </p:sp>
      <p:sp>
        <p:nvSpPr>
          <p:cNvPr name="Freeform 40" id="40"/>
          <p:cNvSpPr/>
          <p:nvPr/>
        </p:nvSpPr>
        <p:spPr>
          <a:xfrm flipH="false" flipV="false" rot="0">
            <a:off x="2849720" y="6019800"/>
            <a:ext cx="4809339" cy="3777052"/>
          </a:xfrm>
          <a:custGeom>
            <a:avLst/>
            <a:gdLst/>
            <a:ahLst/>
            <a:cxnLst/>
            <a:rect r="r" b="b" t="t" l="l"/>
            <a:pathLst>
              <a:path h="3777052" w="4809339">
                <a:moveTo>
                  <a:pt x="0" y="0"/>
                </a:moveTo>
                <a:lnTo>
                  <a:pt x="4809340" y="0"/>
                </a:lnTo>
                <a:lnTo>
                  <a:pt x="4809340" y="3777052"/>
                </a:lnTo>
                <a:lnTo>
                  <a:pt x="0" y="3777052"/>
                </a:lnTo>
                <a:lnTo>
                  <a:pt x="0" y="0"/>
                </a:lnTo>
                <a:close/>
              </a:path>
            </a:pathLst>
          </a:custGeom>
          <a:blipFill>
            <a:blip r:embed="rId7"/>
            <a:stretch>
              <a:fillRect l="0" t="0" r="0" b="0"/>
            </a:stretch>
          </a:blipFill>
        </p:spPr>
      </p:sp>
      <p:sp>
        <p:nvSpPr>
          <p:cNvPr name="TextBox 41" id="41"/>
          <p:cNvSpPr txBox="true"/>
          <p:nvPr/>
        </p:nvSpPr>
        <p:spPr>
          <a:xfrm rot="0">
            <a:off x="1105376" y="582549"/>
            <a:ext cx="4289584" cy="1174109"/>
          </a:xfrm>
          <a:prstGeom prst="rect">
            <a:avLst/>
          </a:prstGeom>
        </p:spPr>
        <p:txBody>
          <a:bodyPr anchor="t" rtlCol="false" tIns="0" lIns="0" bIns="0" rIns="0">
            <a:spAutoFit/>
          </a:bodyPr>
          <a:lstStyle/>
          <a:p>
            <a:pPr algn="l">
              <a:lnSpc>
                <a:spcPts val="8640"/>
              </a:lnSpc>
            </a:pPr>
            <a:r>
              <a:rPr lang="en-US" sz="7200" b="true">
                <a:solidFill>
                  <a:srgbClr val="000000"/>
                </a:solidFill>
                <a:latin typeface="Trebuchet MS Bold"/>
                <a:ea typeface="Trebuchet MS Bold"/>
                <a:cs typeface="Trebuchet MS Bold"/>
                <a:sym typeface="Trebuchet MS Bold"/>
              </a:rPr>
              <a:t>RESULTS </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0">
            <a:off x="9738484" y="5138738"/>
            <a:ext cx="10464870" cy="0"/>
          </a:xfrm>
          <a:prstGeom prst="line">
            <a:avLst/>
          </a:prstGeom>
          <a:ln cap="rnd" w="9525">
            <a:solidFill>
              <a:srgbClr val="5FCBEF"/>
            </a:solidFill>
            <a:prstDash val="solid"/>
            <a:headEnd type="none" len="sm" w="sm"/>
            <a:tailEnd type="none" len="sm" w="sm"/>
          </a:ln>
        </p:spPr>
      </p:sp>
      <p:sp>
        <p:nvSpPr>
          <p:cNvPr name="AutoShape 3" id="3"/>
          <p:cNvSpPr/>
          <p:nvPr/>
        </p:nvSpPr>
        <p:spPr>
          <a:xfrm rot="8776560">
            <a:off x="10406482" y="7899797"/>
            <a:ext cx="8608171" cy="0"/>
          </a:xfrm>
          <a:prstGeom prst="line">
            <a:avLst/>
          </a:prstGeom>
          <a:ln cap="rnd" w="9525">
            <a:solidFill>
              <a:srgbClr val="5FCBEF"/>
            </a:solidFill>
            <a:prstDash val="solid"/>
            <a:headEnd type="none" len="sm" w="sm"/>
            <a:tailEnd type="none" len="sm" w="sm"/>
          </a:ln>
        </p:spPr>
      </p:sp>
      <p:grpSp>
        <p:nvGrpSpPr>
          <p:cNvPr name="Group 4" id="4"/>
          <p:cNvGrpSpPr/>
          <p:nvPr/>
        </p:nvGrpSpPr>
        <p:grpSpPr>
          <a:xfrm rot="0">
            <a:off x="13772217" y="-12697"/>
            <a:ext cx="4511021" cy="10299697"/>
            <a:chOff x="0" y="0"/>
            <a:chExt cx="6014695" cy="13732929"/>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5FCBEF">
                <a:alpha val="12941"/>
              </a:srgbClr>
            </a:solidFill>
          </p:spPr>
        </p:sp>
      </p:grpSp>
      <p:grpSp>
        <p:nvGrpSpPr>
          <p:cNvPr name="Group 6" id="6"/>
          <p:cNvGrpSpPr/>
          <p:nvPr/>
        </p:nvGrpSpPr>
        <p:grpSpPr>
          <a:xfrm rot="0">
            <a:off x="14405162" y="-12697"/>
            <a:ext cx="3882838" cy="10299697"/>
            <a:chOff x="0" y="0"/>
            <a:chExt cx="5177117" cy="13732929"/>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5FCBEF">
                <a:alpha val="3922"/>
              </a:srgbClr>
            </a:solidFill>
          </p:spPr>
        </p:sp>
      </p:grpSp>
      <p:grpSp>
        <p:nvGrpSpPr>
          <p:cNvPr name="Group 8" id="8"/>
          <p:cNvGrpSpPr/>
          <p:nvPr/>
        </p:nvGrpSpPr>
        <p:grpSpPr>
          <a:xfrm rot="0">
            <a:off x="13398503" y="4572000"/>
            <a:ext cx="4889497" cy="5715000"/>
            <a:chOff x="0" y="0"/>
            <a:chExt cx="6519329"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17B0E4">
                <a:alpha val="43529"/>
              </a:srgbClr>
            </a:solidFill>
          </p:spPr>
        </p:sp>
      </p:grpSp>
      <p:grpSp>
        <p:nvGrpSpPr>
          <p:cNvPr name="Group 10" id="10"/>
          <p:cNvGrpSpPr/>
          <p:nvPr/>
        </p:nvGrpSpPr>
        <p:grpSpPr>
          <a:xfrm rot="0">
            <a:off x="14001750" y="-12697"/>
            <a:ext cx="4281488" cy="10299697"/>
            <a:chOff x="0" y="0"/>
            <a:chExt cx="5708650" cy="13732929"/>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17B0E4">
                <a:alpha val="24706"/>
              </a:srgbClr>
            </a:solidFill>
          </p:spPr>
        </p:sp>
      </p:grpSp>
      <p:grpSp>
        <p:nvGrpSpPr>
          <p:cNvPr name="Group 12" id="12"/>
          <p:cNvGrpSpPr/>
          <p:nvPr/>
        </p:nvGrpSpPr>
        <p:grpSpPr>
          <a:xfrm rot="0">
            <a:off x="16348091" y="-12697"/>
            <a:ext cx="1935137" cy="10299697"/>
            <a:chOff x="0" y="0"/>
            <a:chExt cx="2580183" cy="13732929"/>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2E83C3">
                <a:alpha val="48627"/>
              </a:srgbClr>
            </a:solidFill>
          </p:spPr>
        </p:sp>
      </p:grpSp>
      <p:grpSp>
        <p:nvGrpSpPr>
          <p:cNvPr name="Group 14" id="14"/>
          <p:cNvGrpSpPr/>
          <p:nvPr/>
        </p:nvGrpSpPr>
        <p:grpSpPr>
          <a:xfrm rot="0">
            <a:off x="16408498" y="-12697"/>
            <a:ext cx="1874739" cy="10299697"/>
            <a:chOff x="0" y="0"/>
            <a:chExt cx="2499652" cy="13732929"/>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236292">
                <a:alpha val="63922"/>
              </a:srgbClr>
            </a:solidFill>
          </p:spPr>
        </p:sp>
      </p:grpSp>
      <p:grpSp>
        <p:nvGrpSpPr>
          <p:cNvPr name="Group 16" id="16"/>
          <p:cNvGrpSpPr/>
          <p:nvPr/>
        </p:nvGrpSpPr>
        <p:grpSpPr>
          <a:xfrm rot="0">
            <a:off x="15557497" y="5384797"/>
            <a:ext cx="2725741" cy="4902203"/>
            <a:chOff x="0" y="0"/>
            <a:chExt cx="3634321" cy="6536271"/>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17B0E4">
                <a:alpha val="43529"/>
              </a:srgbClr>
            </a:solidFill>
          </p:spPr>
        </p:sp>
      </p:grpSp>
      <p:grpSp>
        <p:nvGrpSpPr>
          <p:cNvPr name="Group 18" id="18"/>
          <p:cNvGrpSpPr/>
          <p:nvPr/>
        </p:nvGrpSpPr>
        <p:grpSpPr>
          <a:xfrm rot="0">
            <a:off x="0" y="6019800"/>
            <a:ext cx="673103" cy="4267200"/>
            <a:chOff x="0" y="0"/>
            <a:chExt cx="897471"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5FCBEF">
                <a:alpha val="48627"/>
              </a:srgbClr>
            </a:solidFill>
          </p:spPr>
        </p:sp>
      </p:grpSp>
      <p:grpSp>
        <p:nvGrpSpPr>
          <p:cNvPr name="Group 20" id="20"/>
          <p:cNvGrpSpPr/>
          <p:nvPr/>
        </p:nvGrpSpPr>
        <p:grpSpPr>
          <a:xfrm rot="0">
            <a:off x="990590" y="9568358"/>
            <a:ext cx="4114800" cy="547688"/>
            <a:chOff x="0" y="0"/>
            <a:chExt cx="5486400" cy="730250"/>
          </a:xfrm>
        </p:grpSpPr>
        <p:sp>
          <p:nvSpPr>
            <p:cNvPr name="Freeform 21" id="21"/>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2">
                <a:alphaModFix amt="0"/>
              </a:blip>
              <a:stretch>
                <a:fillRect l="0" t="-96391" r="0" b="-96391"/>
              </a:stretch>
            </a:blipFill>
          </p:spPr>
        </p:sp>
        <p:sp>
          <p:nvSpPr>
            <p:cNvPr name="TextBox 22" id="22"/>
            <p:cNvSpPr txBox="true"/>
            <p:nvPr/>
          </p:nvSpPr>
          <p:spPr>
            <a:xfrm>
              <a:off x="0" y="-9525"/>
              <a:ext cx="5486400" cy="739775"/>
            </a:xfrm>
            <a:prstGeom prst="rect">
              <a:avLst/>
            </a:prstGeom>
          </p:spPr>
          <p:txBody>
            <a:bodyPr anchor="ctr" rtlCol="false" tIns="0" lIns="0" bIns="0" rIns="0"/>
            <a:lstStyle/>
            <a:p>
              <a:pPr algn="l">
                <a:lnSpc>
                  <a:spcPts val="1980"/>
                </a:lnSpc>
              </a:pPr>
              <a:r>
                <a:rPr lang="en-US" sz="1650">
                  <a:solidFill>
                    <a:srgbClr val="2E83C3"/>
                  </a:solidFill>
                  <a:latin typeface="Trebuchet MS"/>
                  <a:ea typeface="Trebuchet MS"/>
                  <a:cs typeface="Trebuchet MS"/>
                  <a:sym typeface="Trebuchet MS"/>
                </a:rPr>
                <a:t>9/9/2026</a:t>
              </a:r>
            </a:p>
          </p:txBody>
        </p:sp>
      </p:grpSp>
      <p:grpSp>
        <p:nvGrpSpPr>
          <p:cNvPr name="Group 23" id="23"/>
          <p:cNvGrpSpPr/>
          <p:nvPr/>
        </p:nvGrpSpPr>
        <p:grpSpPr>
          <a:xfrm rot="0">
            <a:off x="2168290" y="9568358"/>
            <a:ext cx="6172200" cy="547688"/>
            <a:chOff x="0" y="0"/>
            <a:chExt cx="8229600" cy="730250"/>
          </a:xfrm>
        </p:grpSpPr>
        <p:sp>
          <p:nvSpPr>
            <p:cNvPr name="Freeform 24" id="24"/>
            <p:cNvSpPr/>
            <p:nvPr/>
          </p:nvSpPr>
          <p:spPr>
            <a:xfrm flipH="false" flipV="false" rot="0">
              <a:off x="0" y="0"/>
              <a:ext cx="8229600" cy="730250"/>
            </a:xfrm>
            <a:custGeom>
              <a:avLst/>
              <a:gdLst/>
              <a:ahLst/>
              <a:cxnLst/>
              <a:rect r="r" b="b" t="t" l="l"/>
              <a:pathLst>
                <a:path h="730250" w="8229600">
                  <a:moveTo>
                    <a:pt x="0" y="0"/>
                  </a:moveTo>
                  <a:lnTo>
                    <a:pt x="8229600" y="0"/>
                  </a:lnTo>
                  <a:lnTo>
                    <a:pt x="8229600" y="730250"/>
                  </a:lnTo>
                  <a:lnTo>
                    <a:pt x="0" y="730250"/>
                  </a:lnTo>
                  <a:close/>
                </a:path>
              </a:pathLst>
            </a:custGeom>
            <a:blipFill>
              <a:blip r:embed="rId2">
                <a:alphaModFix amt="0"/>
              </a:blip>
              <a:stretch>
                <a:fillRect l="0" t="-169587" r="0" b="-169587"/>
              </a:stretch>
            </a:blipFill>
          </p:spPr>
        </p:sp>
        <p:sp>
          <p:nvSpPr>
            <p:cNvPr name="TextBox 25" id="25"/>
            <p:cNvSpPr txBox="true"/>
            <p:nvPr/>
          </p:nvSpPr>
          <p:spPr>
            <a:xfrm>
              <a:off x="0" y="-9525"/>
              <a:ext cx="8229600" cy="739775"/>
            </a:xfrm>
            <a:prstGeom prst="rect">
              <a:avLst/>
            </a:prstGeom>
          </p:spPr>
          <p:txBody>
            <a:bodyPr anchor="ctr" rtlCol="false" tIns="0" lIns="0" bIns="0" rIns="0"/>
            <a:lstStyle/>
            <a:p>
              <a:pPr algn="l">
                <a:lnSpc>
                  <a:spcPts val="1980"/>
                </a:lnSpc>
              </a:pPr>
              <a:r>
                <a:rPr lang="en-US" sz="1650" b="true">
                  <a:solidFill>
                    <a:srgbClr val="2E83C3"/>
                  </a:solidFill>
                  <a:latin typeface="Trebuchet MS Bold"/>
                  <a:ea typeface="Trebuchet MS Bold"/>
                  <a:cs typeface="Trebuchet MS Bold"/>
                  <a:sym typeface="Trebuchet MS Bold"/>
                </a:rPr>
                <a:t>Annual Review</a:t>
              </a:r>
            </a:p>
          </p:txBody>
        </p:sp>
      </p:grpSp>
      <p:grpSp>
        <p:nvGrpSpPr>
          <p:cNvPr name="Group 26" id="26"/>
          <p:cNvGrpSpPr/>
          <p:nvPr/>
        </p:nvGrpSpPr>
        <p:grpSpPr>
          <a:xfrm rot="0">
            <a:off x="13208003" y="9568358"/>
            <a:ext cx="4114800" cy="547688"/>
            <a:chOff x="0" y="0"/>
            <a:chExt cx="5486400" cy="730250"/>
          </a:xfrm>
        </p:grpSpPr>
        <p:sp>
          <p:nvSpPr>
            <p:cNvPr name="Freeform 27" id="27"/>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2">
                <a:alphaModFix amt="0"/>
              </a:blip>
              <a:stretch>
                <a:fillRect l="0" t="-96391" r="0" b="-96391"/>
              </a:stretch>
            </a:blipFill>
          </p:spPr>
        </p:sp>
        <p:sp>
          <p:nvSpPr>
            <p:cNvPr name="TextBox 28" id="28"/>
            <p:cNvSpPr txBox="true"/>
            <p:nvPr/>
          </p:nvSpPr>
          <p:spPr>
            <a:xfrm>
              <a:off x="0" y="-9525"/>
              <a:ext cx="5486400" cy="739775"/>
            </a:xfrm>
            <a:prstGeom prst="rect">
              <a:avLst/>
            </a:prstGeom>
          </p:spPr>
          <p:txBody>
            <a:bodyPr anchor="ctr" rtlCol="false" tIns="0" lIns="0" bIns="0" rIns="0"/>
            <a:lstStyle/>
            <a:p>
              <a:pPr algn="r">
                <a:lnSpc>
                  <a:spcPts val="1980"/>
                </a:lnSpc>
              </a:pPr>
              <a:r>
                <a:rPr lang="en-US" sz="1650">
                  <a:solidFill>
                    <a:srgbClr val="2E946B"/>
                  </a:solidFill>
                  <a:latin typeface="Trebuchet MS"/>
                  <a:ea typeface="Trebuchet MS"/>
                  <a:cs typeface="Trebuchet MS"/>
                  <a:sym typeface="Trebuchet MS"/>
                </a:rPr>
                <a:t>‹#›</a:t>
              </a:r>
            </a:p>
          </p:txBody>
        </p:sp>
      </p:grpSp>
      <p:grpSp>
        <p:nvGrpSpPr>
          <p:cNvPr name="Group 29" id="29"/>
          <p:cNvGrpSpPr/>
          <p:nvPr/>
        </p:nvGrpSpPr>
        <p:grpSpPr>
          <a:xfrm rot="0">
            <a:off x="14031687" y="8045977"/>
            <a:ext cx="685800" cy="685800"/>
            <a:chOff x="0" y="0"/>
            <a:chExt cx="914400" cy="914400"/>
          </a:xfrm>
        </p:grpSpPr>
        <p:sp>
          <p:nvSpPr>
            <p:cNvPr name="Freeform 30" id="30"/>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solidFill>
              <a:srgbClr val="42B051"/>
            </a:solidFill>
          </p:spPr>
        </p:sp>
      </p:grpSp>
      <p:grpSp>
        <p:nvGrpSpPr>
          <p:cNvPr name="Group 31" id="31"/>
          <p:cNvGrpSpPr/>
          <p:nvPr/>
        </p:nvGrpSpPr>
        <p:grpSpPr>
          <a:xfrm rot="0">
            <a:off x="14717487" y="1028700"/>
            <a:ext cx="479622" cy="479622"/>
            <a:chOff x="0" y="0"/>
            <a:chExt cx="639496" cy="639496"/>
          </a:xfrm>
        </p:grpSpPr>
        <p:sp>
          <p:nvSpPr>
            <p:cNvPr name="Freeform 32" id="32"/>
            <p:cNvSpPr/>
            <p:nvPr/>
          </p:nvSpPr>
          <p:spPr>
            <a:xfrm flipH="false" flipV="false" rot="0">
              <a:off x="0" y="0"/>
              <a:ext cx="639445" cy="639445"/>
            </a:xfrm>
            <a:custGeom>
              <a:avLst/>
              <a:gdLst/>
              <a:ahLst/>
              <a:cxnLst/>
              <a:rect r="r" b="b" t="t" l="l"/>
              <a:pathLst>
                <a:path h="639445" w="639445">
                  <a:moveTo>
                    <a:pt x="0" y="0"/>
                  </a:moveTo>
                  <a:lnTo>
                    <a:pt x="639445" y="0"/>
                  </a:lnTo>
                  <a:lnTo>
                    <a:pt x="639445" y="639445"/>
                  </a:lnTo>
                  <a:lnTo>
                    <a:pt x="0" y="639445"/>
                  </a:lnTo>
                  <a:close/>
                </a:path>
              </a:pathLst>
            </a:custGeom>
            <a:solidFill>
              <a:srgbClr val="2E83C3"/>
            </a:solidFill>
          </p:spPr>
        </p:sp>
      </p:grpSp>
      <p:grpSp>
        <p:nvGrpSpPr>
          <p:cNvPr name="Group 33" id="33"/>
          <p:cNvGrpSpPr/>
          <p:nvPr/>
        </p:nvGrpSpPr>
        <p:grpSpPr>
          <a:xfrm rot="0">
            <a:off x="14031687" y="8846610"/>
            <a:ext cx="269967" cy="269967"/>
            <a:chOff x="0" y="0"/>
            <a:chExt cx="359956" cy="359956"/>
          </a:xfrm>
        </p:grpSpPr>
        <p:sp>
          <p:nvSpPr>
            <p:cNvPr name="Freeform 34" id="34"/>
            <p:cNvSpPr/>
            <p:nvPr/>
          </p:nvSpPr>
          <p:spPr>
            <a:xfrm flipH="false" flipV="false" rot="0">
              <a:off x="0" y="0"/>
              <a:ext cx="359918" cy="359918"/>
            </a:xfrm>
            <a:custGeom>
              <a:avLst/>
              <a:gdLst/>
              <a:ahLst/>
              <a:cxnLst/>
              <a:rect r="r" b="b" t="t" l="l"/>
              <a:pathLst>
                <a:path h="359918" w="359918">
                  <a:moveTo>
                    <a:pt x="0" y="0"/>
                  </a:moveTo>
                  <a:lnTo>
                    <a:pt x="359918" y="0"/>
                  </a:lnTo>
                  <a:lnTo>
                    <a:pt x="359918" y="359918"/>
                  </a:lnTo>
                  <a:lnTo>
                    <a:pt x="0" y="359918"/>
                  </a:lnTo>
                  <a:close/>
                </a:path>
              </a:pathLst>
            </a:custGeom>
            <a:solidFill>
              <a:srgbClr val="2E946B"/>
            </a:solidFill>
          </p:spPr>
        </p:sp>
      </p:grpSp>
      <p:grpSp>
        <p:nvGrpSpPr>
          <p:cNvPr name="Group 35" id="35"/>
          <p:cNvGrpSpPr/>
          <p:nvPr/>
        </p:nvGrpSpPr>
        <p:grpSpPr>
          <a:xfrm rot="0">
            <a:off x="1013936" y="9707880"/>
            <a:ext cx="3214688" cy="289560"/>
            <a:chOff x="0" y="0"/>
            <a:chExt cx="4286250" cy="386080"/>
          </a:xfrm>
        </p:grpSpPr>
        <p:sp>
          <p:nvSpPr>
            <p:cNvPr name="Freeform 36" id="36"/>
            <p:cNvSpPr/>
            <p:nvPr/>
          </p:nvSpPr>
          <p:spPr>
            <a:xfrm flipH="false" flipV="false" rot="0">
              <a:off x="0" y="0"/>
              <a:ext cx="4286250" cy="386080"/>
            </a:xfrm>
            <a:custGeom>
              <a:avLst/>
              <a:gdLst/>
              <a:ahLst/>
              <a:cxnLst/>
              <a:rect r="r" b="b" t="t" l="l"/>
              <a:pathLst>
                <a:path h="386080" w="4286250">
                  <a:moveTo>
                    <a:pt x="0" y="0"/>
                  </a:moveTo>
                  <a:lnTo>
                    <a:pt x="4286250" y="0"/>
                  </a:lnTo>
                  <a:lnTo>
                    <a:pt x="4286250" y="386080"/>
                  </a:lnTo>
                  <a:lnTo>
                    <a:pt x="0" y="386080"/>
                  </a:lnTo>
                  <a:lnTo>
                    <a:pt x="0" y="0"/>
                  </a:lnTo>
                  <a:close/>
                </a:path>
              </a:pathLst>
            </a:custGeom>
            <a:blipFill>
              <a:blip r:embed="rId3"/>
              <a:stretch>
                <a:fillRect l="0" t="-2518486" r="-135857" b="0"/>
              </a:stretch>
            </a:blipFill>
          </p:spPr>
        </p:sp>
      </p:grpSp>
      <p:sp>
        <p:nvSpPr>
          <p:cNvPr name="Freeform 37" id="37"/>
          <p:cNvSpPr/>
          <p:nvPr/>
        </p:nvSpPr>
        <p:spPr>
          <a:xfrm flipH="false" flipV="false" rot="0">
            <a:off x="1291296" y="1756658"/>
            <a:ext cx="5874656" cy="3836510"/>
          </a:xfrm>
          <a:custGeom>
            <a:avLst/>
            <a:gdLst/>
            <a:ahLst/>
            <a:cxnLst/>
            <a:rect r="r" b="b" t="t" l="l"/>
            <a:pathLst>
              <a:path h="3836510" w="5874656">
                <a:moveTo>
                  <a:pt x="0" y="0"/>
                </a:moveTo>
                <a:lnTo>
                  <a:pt x="5874656" y="0"/>
                </a:lnTo>
                <a:lnTo>
                  <a:pt x="5874656" y="3836510"/>
                </a:lnTo>
                <a:lnTo>
                  <a:pt x="0" y="3836510"/>
                </a:lnTo>
                <a:lnTo>
                  <a:pt x="0" y="0"/>
                </a:lnTo>
                <a:close/>
              </a:path>
            </a:pathLst>
          </a:custGeom>
          <a:blipFill>
            <a:blip r:embed="rId4"/>
            <a:stretch>
              <a:fillRect l="0" t="0" r="0" b="0"/>
            </a:stretch>
          </a:blipFill>
        </p:spPr>
      </p:sp>
      <p:sp>
        <p:nvSpPr>
          <p:cNvPr name="Freeform 38" id="38"/>
          <p:cNvSpPr/>
          <p:nvPr/>
        </p:nvSpPr>
        <p:spPr>
          <a:xfrm flipH="false" flipV="false" rot="0">
            <a:off x="7470922" y="1756658"/>
            <a:ext cx="5655234" cy="3841871"/>
          </a:xfrm>
          <a:custGeom>
            <a:avLst/>
            <a:gdLst/>
            <a:ahLst/>
            <a:cxnLst/>
            <a:rect r="r" b="b" t="t" l="l"/>
            <a:pathLst>
              <a:path h="3841871" w="5655234">
                <a:moveTo>
                  <a:pt x="0" y="0"/>
                </a:moveTo>
                <a:lnTo>
                  <a:pt x="5655234" y="0"/>
                </a:lnTo>
                <a:lnTo>
                  <a:pt x="5655234" y="3841871"/>
                </a:lnTo>
                <a:lnTo>
                  <a:pt x="0" y="3841871"/>
                </a:lnTo>
                <a:lnTo>
                  <a:pt x="0" y="0"/>
                </a:lnTo>
                <a:close/>
              </a:path>
            </a:pathLst>
          </a:custGeom>
          <a:blipFill>
            <a:blip r:embed="rId5"/>
            <a:stretch>
              <a:fillRect l="0" t="0" r="0" b="0"/>
            </a:stretch>
          </a:blipFill>
        </p:spPr>
      </p:sp>
      <p:sp>
        <p:nvSpPr>
          <p:cNvPr name="Freeform 39" id="39"/>
          <p:cNvSpPr/>
          <p:nvPr/>
        </p:nvSpPr>
        <p:spPr>
          <a:xfrm flipH="false" flipV="false" rot="0">
            <a:off x="1105376" y="5598529"/>
            <a:ext cx="6862023" cy="4265891"/>
          </a:xfrm>
          <a:custGeom>
            <a:avLst/>
            <a:gdLst/>
            <a:ahLst/>
            <a:cxnLst/>
            <a:rect r="r" b="b" t="t" l="l"/>
            <a:pathLst>
              <a:path h="4265891" w="6862023">
                <a:moveTo>
                  <a:pt x="0" y="0"/>
                </a:moveTo>
                <a:lnTo>
                  <a:pt x="6862023" y="0"/>
                </a:lnTo>
                <a:lnTo>
                  <a:pt x="6862023" y="4265891"/>
                </a:lnTo>
                <a:lnTo>
                  <a:pt x="0" y="4265891"/>
                </a:lnTo>
                <a:lnTo>
                  <a:pt x="0" y="0"/>
                </a:lnTo>
                <a:close/>
              </a:path>
            </a:pathLst>
          </a:custGeom>
          <a:blipFill>
            <a:blip r:embed="rId6"/>
            <a:stretch>
              <a:fillRect l="0" t="0" r="0" b="0"/>
            </a:stretch>
          </a:blipFill>
        </p:spPr>
      </p:sp>
      <p:sp>
        <p:nvSpPr>
          <p:cNvPr name="Freeform 40" id="40"/>
          <p:cNvSpPr/>
          <p:nvPr/>
        </p:nvSpPr>
        <p:spPr>
          <a:xfrm flipH="false" flipV="false" rot="0">
            <a:off x="7979982" y="5742030"/>
            <a:ext cx="6977316" cy="4374015"/>
          </a:xfrm>
          <a:custGeom>
            <a:avLst/>
            <a:gdLst/>
            <a:ahLst/>
            <a:cxnLst/>
            <a:rect r="r" b="b" t="t" l="l"/>
            <a:pathLst>
              <a:path h="4374015" w="6977316">
                <a:moveTo>
                  <a:pt x="0" y="0"/>
                </a:moveTo>
                <a:lnTo>
                  <a:pt x="6977316" y="0"/>
                </a:lnTo>
                <a:lnTo>
                  <a:pt x="6977316" y="4374015"/>
                </a:lnTo>
                <a:lnTo>
                  <a:pt x="0" y="4374015"/>
                </a:lnTo>
                <a:lnTo>
                  <a:pt x="0" y="0"/>
                </a:lnTo>
                <a:close/>
              </a:path>
            </a:pathLst>
          </a:custGeom>
          <a:blipFill>
            <a:blip r:embed="rId7"/>
            <a:stretch>
              <a:fillRect l="0" t="0" r="0" b="0"/>
            </a:stretch>
          </a:blipFill>
        </p:spPr>
      </p:sp>
      <p:sp>
        <p:nvSpPr>
          <p:cNvPr name="TextBox 41" id="41"/>
          <p:cNvSpPr txBox="true"/>
          <p:nvPr/>
        </p:nvSpPr>
        <p:spPr>
          <a:xfrm rot="0">
            <a:off x="1105376" y="582549"/>
            <a:ext cx="4289584" cy="1174109"/>
          </a:xfrm>
          <a:prstGeom prst="rect">
            <a:avLst/>
          </a:prstGeom>
        </p:spPr>
        <p:txBody>
          <a:bodyPr anchor="t" rtlCol="false" tIns="0" lIns="0" bIns="0" rIns="0">
            <a:spAutoFit/>
          </a:bodyPr>
          <a:lstStyle/>
          <a:p>
            <a:pPr algn="l">
              <a:lnSpc>
                <a:spcPts val="8640"/>
              </a:lnSpc>
            </a:pPr>
            <a:r>
              <a:rPr lang="en-US" sz="7200" b="true">
                <a:solidFill>
                  <a:srgbClr val="000000"/>
                </a:solidFill>
                <a:latin typeface="Trebuchet MS Bold"/>
                <a:ea typeface="Trebuchet MS Bold"/>
                <a:cs typeface="Trebuchet MS Bold"/>
                <a:sym typeface="Trebuchet MS Bold"/>
              </a:rPr>
              <a:t>RESULTS </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0">
            <a:off x="9738484" y="5138738"/>
            <a:ext cx="10464870" cy="0"/>
          </a:xfrm>
          <a:prstGeom prst="line">
            <a:avLst/>
          </a:prstGeom>
          <a:ln cap="rnd" w="9525">
            <a:solidFill>
              <a:srgbClr val="5FCBEF"/>
            </a:solidFill>
            <a:prstDash val="solid"/>
            <a:headEnd type="none" len="sm" w="sm"/>
            <a:tailEnd type="none" len="sm" w="sm"/>
          </a:ln>
        </p:spPr>
      </p:sp>
      <p:sp>
        <p:nvSpPr>
          <p:cNvPr name="AutoShape 3" id="3"/>
          <p:cNvSpPr/>
          <p:nvPr/>
        </p:nvSpPr>
        <p:spPr>
          <a:xfrm rot="8776560">
            <a:off x="10406482" y="7899797"/>
            <a:ext cx="8608171" cy="0"/>
          </a:xfrm>
          <a:prstGeom prst="line">
            <a:avLst/>
          </a:prstGeom>
          <a:ln cap="rnd" w="9525">
            <a:solidFill>
              <a:srgbClr val="5FCBEF"/>
            </a:solidFill>
            <a:prstDash val="solid"/>
            <a:headEnd type="none" len="sm" w="sm"/>
            <a:tailEnd type="none" len="sm" w="sm"/>
          </a:ln>
        </p:spPr>
      </p:sp>
      <p:grpSp>
        <p:nvGrpSpPr>
          <p:cNvPr name="Group 4" id="4"/>
          <p:cNvGrpSpPr/>
          <p:nvPr/>
        </p:nvGrpSpPr>
        <p:grpSpPr>
          <a:xfrm rot="0">
            <a:off x="13772217" y="-12697"/>
            <a:ext cx="4511021" cy="10299697"/>
            <a:chOff x="0" y="0"/>
            <a:chExt cx="6014695" cy="13732929"/>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5FCBEF">
                <a:alpha val="12941"/>
              </a:srgbClr>
            </a:solidFill>
          </p:spPr>
        </p:sp>
      </p:grpSp>
      <p:grpSp>
        <p:nvGrpSpPr>
          <p:cNvPr name="Group 6" id="6"/>
          <p:cNvGrpSpPr/>
          <p:nvPr/>
        </p:nvGrpSpPr>
        <p:grpSpPr>
          <a:xfrm rot="0">
            <a:off x="14405162" y="-12697"/>
            <a:ext cx="3882838" cy="10299697"/>
            <a:chOff x="0" y="0"/>
            <a:chExt cx="5177117" cy="13732929"/>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5FCBEF">
                <a:alpha val="3922"/>
              </a:srgbClr>
            </a:solidFill>
          </p:spPr>
        </p:sp>
      </p:grpSp>
      <p:grpSp>
        <p:nvGrpSpPr>
          <p:cNvPr name="Group 8" id="8"/>
          <p:cNvGrpSpPr/>
          <p:nvPr/>
        </p:nvGrpSpPr>
        <p:grpSpPr>
          <a:xfrm rot="0">
            <a:off x="13398503" y="4572000"/>
            <a:ext cx="4889497" cy="5715000"/>
            <a:chOff x="0" y="0"/>
            <a:chExt cx="6519329"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17B0E4">
                <a:alpha val="43529"/>
              </a:srgbClr>
            </a:solidFill>
          </p:spPr>
        </p:sp>
      </p:grpSp>
      <p:grpSp>
        <p:nvGrpSpPr>
          <p:cNvPr name="Group 10" id="10"/>
          <p:cNvGrpSpPr/>
          <p:nvPr/>
        </p:nvGrpSpPr>
        <p:grpSpPr>
          <a:xfrm rot="0">
            <a:off x="14001750" y="-12697"/>
            <a:ext cx="4281488" cy="10299697"/>
            <a:chOff x="0" y="0"/>
            <a:chExt cx="5708650" cy="13732929"/>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17B0E4">
                <a:alpha val="24706"/>
              </a:srgbClr>
            </a:solidFill>
          </p:spPr>
        </p:sp>
      </p:grpSp>
      <p:grpSp>
        <p:nvGrpSpPr>
          <p:cNvPr name="Group 12" id="12"/>
          <p:cNvGrpSpPr/>
          <p:nvPr/>
        </p:nvGrpSpPr>
        <p:grpSpPr>
          <a:xfrm rot="0">
            <a:off x="16348091" y="-12697"/>
            <a:ext cx="1935137" cy="10299697"/>
            <a:chOff x="0" y="0"/>
            <a:chExt cx="2580183" cy="13732929"/>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2E83C3">
                <a:alpha val="48627"/>
              </a:srgbClr>
            </a:solidFill>
          </p:spPr>
        </p:sp>
      </p:grpSp>
      <p:grpSp>
        <p:nvGrpSpPr>
          <p:cNvPr name="Group 14" id="14"/>
          <p:cNvGrpSpPr/>
          <p:nvPr/>
        </p:nvGrpSpPr>
        <p:grpSpPr>
          <a:xfrm rot="0">
            <a:off x="16408498" y="-12697"/>
            <a:ext cx="1874739" cy="10299697"/>
            <a:chOff x="0" y="0"/>
            <a:chExt cx="2499652" cy="13732929"/>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236292">
                <a:alpha val="63922"/>
              </a:srgbClr>
            </a:solidFill>
          </p:spPr>
        </p:sp>
      </p:grpSp>
      <p:grpSp>
        <p:nvGrpSpPr>
          <p:cNvPr name="Group 16" id="16"/>
          <p:cNvGrpSpPr/>
          <p:nvPr/>
        </p:nvGrpSpPr>
        <p:grpSpPr>
          <a:xfrm rot="0">
            <a:off x="15564628" y="5594875"/>
            <a:ext cx="2725741" cy="4902203"/>
            <a:chOff x="0" y="0"/>
            <a:chExt cx="3634321" cy="6536271"/>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17B0E4">
                <a:alpha val="43529"/>
              </a:srgbClr>
            </a:solidFill>
          </p:spPr>
        </p:sp>
      </p:grpSp>
      <p:grpSp>
        <p:nvGrpSpPr>
          <p:cNvPr name="Group 18" id="18"/>
          <p:cNvGrpSpPr/>
          <p:nvPr/>
        </p:nvGrpSpPr>
        <p:grpSpPr>
          <a:xfrm rot="0">
            <a:off x="0" y="6019800"/>
            <a:ext cx="673103" cy="4267200"/>
            <a:chOff x="0" y="0"/>
            <a:chExt cx="897471"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5FCBEF">
                <a:alpha val="48627"/>
              </a:srgbClr>
            </a:solidFill>
          </p:spPr>
        </p:sp>
      </p:grpSp>
      <p:grpSp>
        <p:nvGrpSpPr>
          <p:cNvPr name="Group 20" id="20"/>
          <p:cNvGrpSpPr/>
          <p:nvPr/>
        </p:nvGrpSpPr>
        <p:grpSpPr>
          <a:xfrm rot="0">
            <a:off x="990590" y="9568358"/>
            <a:ext cx="4114800" cy="547688"/>
            <a:chOff x="0" y="0"/>
            <a:chExt cx="5486400" cy="730250"/>
          </a:xfrm>
        </p:grpSpPr>
        <p:sp>
          <p:nvSpPr>
            <p:cNvPr name="Freeform 21" id="21"/>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2">
                <a:alphaModFix amt="0"/>
              </a:blip>
              <a:stretch>
                <a:fillRect l="0" t="-96391" r="0" b="-96391"/>
              </a:stretch>
            </a:blipFill>
          </p:spPr>
        </p:sp>
        <p:sp>
          <p:nvSpPr>
            <p:cNvPr name="TextBox 22" id="22"/>
            <p:cNvSpPr txBox="true"/>
            <p:nvPr/>
          </p:nvSpPr>
          <p:spPr>
            <a:xfrm>
              <a:off x="0" y="-9525"/>
              <a:ext cx="5486400" cy="739775"/>
            </a:xfrm>
            <a:prstGeom prst="rect">
              <a:avLst/>
            </a:prstGeom>
          </p:spPr>
          <p:txBody>
            <a:bodyPr anchor="ctr" rtlCol="false" tIns="0" lIns="0" bIns="0" rIns="0"/>
            <a:lstStyle/>
            <a:p>
              <a:pPr algn="l">
                <a:lnSpc>
                  <a:spcPts val="1980"/>
                </a:lnSpc>
              </a:pPr>
              <a:r>
                <a:rPr lang="en-US" sz="1650">
                  <a:solidFill>
                    <a:srgbClr val="2E83C3"/>
                  </a:solidFill>
                  <a:latin typeface="Trebuchet MS"/>
                  <a:ea typeface="Trebuchet MS"/>
                  <a:cs typeface="Trebuchet MS"/>
                  <a:sym typeface="Trebuchet MS"/>
                </a:rPr>
                <a:t>9/9/2026</a:t>
              </a:r>
            </a:p>
          </p:txBody>
        </p:sp>
      </p:grpSp>
      <p:grpSp>
        <p:nvGrpSpPr>
          <p:cNvPr name="Group 23" id="23"/>
          <p:cNvGrpSpPr/>
          <p:nvPr/>
        </p:nvGrpSpPr>
        <p:grpSpPr>
          <a:xfrm rot="0">
            <a:off x="2168290" y="9568358"/>
            <a:ext cx="6172200" cy="547688"/>
            <a:chOff x="0" y="0"/>
            <a:chExt cx="8229600" cy="730250"/>
          </a:xfrm>
        </p:grpSpPr>
        <p:sp>
          <p:nvSpPr>
            <p:cNvPr name="Freeform 24" id="24"/>
            <p:cNvSpPr/>
            <p:nvPr/>
          </p:nvSpPr>
          <p:spPr>
            <a:xfrm flipH="false" flipV="false" rot="0">
              <a:off x="0" y="0"/>
              <a:ext cx="8229600" cy="730250"/>
            </a:xfrm>
            <a:custGeom>
              <a:avLst/>
              <a:gdLst/>
              <a:ahLst/>
              <a:cxnLst/>
              <a:rect r="r" b="b" t="t" l="l"/>
              <a:pathLst>
                <a:path h="730250" w="8229600">
                  <a:moveTo>
                    <a:pt x="0" y="0"/>
                  </a:moveTo>
                  <a:lnTo>
                    <a:pt x="8229600" y="0"/>
                  </a:lnTo>
                  <a:lnTo>
                    <a:pt x="8229600" y="730250"/>
                  </a:lnTo>
                  <a:lnTo>
                    <a:pt x="0" y="730250"/>
                  </a:lnTo>
                  <a:close/>
                </a:path>
              </a:pathLst>
            </a:custGeom>
            <a:blipFill>
              <a:blip r:embed="rId2">
                <a:alphaModFix amt="0"/>
              </a:blip>
              <a:stretch>
                <a:fillRect l="0" t="-169587" r="0" b="-169587"/>
              </a:stretch>
            </a:blipFill>
          </p:spPr>
        </p:sp>
        <p:sp>
          <p:nvSpPr>
            <p:cNvPr name="TextBox 25" id="25"/>
            <p:cNvSpPr txBox="true"/>
            <p:nvPr/>
          </p:nvSpPr>
          <p:spPr>
            <a:xfrm>
              <a:off x="0" y="-9525"/>
              <a:ext cx="8229600" cy="739775"/>
            </a:xfrm>
            <a:prstGeom prst="rect">
              <a:avLst/>
            </a:prstGeom>
          </p:spPr>
          <p:txBody>
            <a:bodyPr anchor="ctr" rtlCol="false" tIns="0" lIns="0" bIns="0" rIns="0"/>
            <a:lstStyle/>
            <a:p>
              <a:pPr algn="l">
                <a:lnSpc>
                  <a:spcPts val="1980"/>
                </a:lnSpc>
              </a:pPr>
              <a:r>
                <a:rPr lang="en-US" sz="1650" b="true">
                  <a:solidFill>
                    <a:srgbClr val="2E83C3"/>
                  </a:solidFill>
                  <a:latin typeface="Trebuchet MS Bold"/>
                  <a:ea typeface="Trebuchet MS Bold"/>
                  <a:cs typeface="Trebuchet MS Bold"/>
                  <a:sym typeface="Trebuchet MS Bold"/>
                </a:rPr>
                <a:t>Annual Review</a:t>
              </a:r>
            </a:p>
          </p:txBody>
        </p:sp>
      </p:grpSp>
      <p:grpSp>
        <p:nvGrpSpPr>
          <p:cNvPr name="Group 26" id="26"/>
          <p:cNvGrpSpPr/>
          <p:nvPr/>
        </p:nvGrpSpPr>
        <p:grpSpPr>
          <a:xfrm rot="0">
            <a:off x="13208003" y="9568358"/>
            <a:ext cx="4114800" cy="547688"/>
            <a:chOff x="0" y="0"/>
            <a:chExt cx="5486400" cy="730250"/>
          </a:xfrm>
        </p:grpSpPr>
        <p:sp>
          <p:nvSpPr>
            <p:cNvPr name="Freeform 27" id="27"/>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2">
                <a:alphaModFix amt="0"/>
              </a:blip>
              <a:stretch>
                <a:fillRect l="0" t="-96391" r="0" b="-96391"/>
              </a:stretch>
            </a:blipFill>
          </p:spPr>
        </p:sp>
        <p:sp>
          <p:nvSpPr>
            <p:cNvPr name="TextBox 28" id="28"/>
            <p:cNvSpPr txBox="true"/>
            <p:nvPr/>
          </p:nvSpPr>
          <p:spPr>
            <a:xfrm>
              <a:off x="0" y="-9525"/>
              <a:ext cx="5486400" cy="739775"/>
            </a:xfrm>
            <a:prstGeom prst="rect">
              <a:avLst/>
            </a:prstGeom>
          </p:spPr>
          <p:txBody>
            <a:bodyPr anchor="ctr" rtlCol="false" tIns="0" lIns="0" bIns="0" rIns="0"/>
            <a:lstStyle/>
            <a:p>
              <a:pPr algn="r">
                <a:lnSpc>
                  <a:spcPts val="1980"/>
                </a:lnSpc>
              </a:pPr>
              <a:r>
                <a:rPr lang="en-US" sz="1650">
                  <a:solidFill>
                    <a:srgbClr val="2E946B"/>
                  </a:solidFill>
                  <a:latin typeface="Trebuchet MS"/>
                  <a:ea typeface="Trebuchet MS"/>
                  <a:cs typeface="Trebuchet MS"/>
                  <a:sym typeface="Trebuchet MS"/>
                </a:rPr>
                <a:t>‹#›</a:t>
              </a:r>
            </a:p>
          </p:txBody>
        </p:sp>
      </p:grpSp>
      <p:grpSp>
        <p:nvGrpSpPr>
          <p:cNvPr name="Group 29" id="29"/>
          <p:cNvGrpSpPr/>
          <p:nvPr/>
        </p:nvGrpSpPr>
        <p:grpSpPr>
          <a:xfrm rot="0">
            <a:off x="14031687" y="8045977"/>
            <a:ext cx="685800" cy="685800"/>
            <a:chOff x="0" y="0"/>
            <a:chExt cx="914400" cy="914400"/>
          </a:xfrm>
        </p:grpSpPr>
        <p:sp>
          <p:nvSpPr>
            <p:cNvPr name="Freeform 30" id="30"/>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solidFill>
              <a:srgbClr val="42B051"/>
            </a:solidFill>
          </p:spPr>
        </p:sp>
      </p:grpSp>
      <p:grpSp>
        <p:nvGrpSpPr>
          <p:cNvPr name="Group 31" id="31"/>
          <p:cNvGrpSpPr/>
          <p:nvPr/>
        </p:nvGrpSpPr>
        <p:grpSpPr>
          <a:xfrm rot="0">
            <a:off x="14942056" y="1376754"/>
            <a:ext cx="479622" cy="479622"/>
            <a:chOff x="0" y="0"/>
            <a:chExt cx="639496" cy="639496"/>
          </a:xfrm>
        </p:grpSpPr>
        <p:sp>
          <p:nvSpPr>
            <p:cNvPr name="Freeform 32" id="32"/>
            <p:cNvSpPr/>
            <p:nvPr/>
          </p:nvSpPr>
          <p:spPr>
            <a:xfrm flipH="false" flipV="false" rot="0">
              <a:off x="0" y="0"/>
              <a:ext cx="639445" cy="639445"/>
            </a:xfrm>
            <a:custGeom>
              <a:avLst/>
              <a:gdLst/>
              <a:ahLst/>
              <a:cxnLst/>
              <a:rect r="r" b="b" t="t" l="l"/>
              <a:pathLst>
                <a:path h="639445" w="639445">
                  <a:moveTo>
                    <a:pt x="0" y="0"/>
                  </a:moveTo>
                  <a:lnTo>
                    <a:pt x="639445" y="0"/>
                  </a:lnTo>
                  <a:lnTo>
                    <a:pt x="639445" y="639445"/>
                  </a:lnTo>
                  <a:lnTo>
                    <a:pt x="0" y="639445"/>
                  </a:lnTo>
                  <a:close/>
                </a:path>
              </a:pathLst>
            </a:custGeom>
            <a:solidFill>
              <a:srgbClr val="2E83C3"/>
            </a:solidFill>
          </p:spPr>
        </p:sp>
      </p:grpSp>
      <p:grpSp>
        <p:nvGrpSpPr>
          <p:cNvPr name="Group 33" id="33"/>
          <p:cNvGrpSpPr/>
          <p:nvPr/>
        </p:nvGrpSpPr>
        <p:grpSpPr>
          <a:xfrm rot="0">
            <a:off x="14031687" y="8846610"/>
            <a:ext cx="269967" cy="269967"/>
            <a:chOff x="0" y="0"/>
            <a:chExt cx="359956" cy="359956"/>
          </a:xfrm>
        </p:grpSpPr>
        <p:sp>
          <p:nvSpPr>
            <p:cNvPr name="Freeform 34" id="34"/>
            <p:cNvSpPr/>
            <p:nvPr/>
          </p:nvSpPr>
          <p:spPr>
            <a:xfrm flipH="false" flipV="false" rot="0">
              <a:off x="0" y="0"/>
              <a:ext cx="359918" cy="359918"/>
            </a:xfrm>
            <a:custGeom>
              <a:avLst/>
              <a:gdLst/>
              <a:ahLst/>
              <a:cxnLst/>
              <a:rect r="r" b="b" t="t" l="l"/>
              <a:pathLst>
                <a:path h="359918" w="359918">
                  <a:moveTo>
                    <a:pt x="0" y="0"/>
                  </a:moveTo>
                  <a:lnTo>
                    <a:pt x="359918" y="0"/>
                  </a:lnTo>
                  <a:lnTo>
                    <a:pt x="359918" y="359918"/>
                  </a:lnTo>
                  <a:lnTo>
                    <a:pt x="0" y="359918"/>
                  </a:lnTo>
                  <a:close/>
                </a:path>
              </a:pathLst>
            </a:custGeom>
            <a:solidFill>
              <a:srgbClr val="2E946B"/>
            </a:solidFill>
          </p:spPr>
        </p:sp>
      </p:grpSp>
      <p:grpSp>
        <p:nvGrpSpPr>
          <p:cNvPr name="Group 35" id="35"/>
          <p:cNvGrpSpPr/>
          <p:nvPr/>
        </p:nvGrpSpPr>
        <p:grpSpPr>
          <a:xfrm rot="0">
            <a:off x="1013936" y="9707880"/>
            <a:ext cx="3214688" cy="289560"/>
            <a:chOff x="0" y="0"/>
            <a:chExt cx="4286250" cy="386080"/>
          </a:xfrm>
        </p:grpSpPr>
        <p:sp>
          <p:nvSpPr>
            <p:cNvPr name="Freeform 36" id="36"/>
            <p:cNvSpPr/>
            <p:nvPr/>
          </p:nvSpPr>
          <p:spPr>
            <a:xfrm flipH="false" flipV="false" rot="0">
              <a:off x="0" y="0"/>
              <a:ext cx="4286250" cy="386080"/>
            </a:xfrm>
            <a:custGeom>
              <a:avLst/>
              <a:gdLst/>
              <a:ahLst/>
              <a:cxnLst/>
              <a:rect r="r" b="b" t="t" l="l"/>
              <a:pathLst>
                <a:path h="386080" w="4286250">
                  <a:moveTo>
                    <a:pt x="0" y="0"/>
                  </a:moveTo>
                  <a:lnTo>
                    <a:pt x="4286250" y="0"/>
                  </a:lnTo>
                  <a:lnTo>
                    <a:pt x="4286250" y="386080"/>
                  </a:lnTo>
                  <a:lnTo>
                    <a:pt x="0" y="386080"/>
                  </a:lnTo>
                  <a:lnTo>
                    <a:pt x="0" y="0"/>
                  </a:lnTo>
                  <a:close/>
                </a:path>
              </a:pathLst>
            </a:custGeom>
            <a:blipFill>
              <a:blip r:embed="rId3"/>
              <a:stretch>
                <a:fillRect l="0" t="-2518486" r="-135857" b="0"/>
              </a:stretch>
            </a:blipFill>
          </p:spPr>
        </p:sp>
      </p:grpSp>
      <p:sp>
        <p:nvSpPr>
          <p:cNvPr name="Freeform 37" id="37"/>
          <p:cNvSpPr/>
          <p:nvPr/>
        </p:nvSpPr>
        <p:spPr>
          <a:xfrm flipH="false" flipV="false" rot="0">
            <a:off x="1140802" y="1494602"/>
            <a:ext cx="6295802" cy="4271357"/>
          </a:xfrm>
          <a:custGeom>
            <a:avLst/>
            <a:gdLst/>
            <a:ahLst/>
            <a:cxnLst/>
            <a:rect r="r" b="b" t="t" l="l"/>
            <a:pathLst>
              <a:path h="4271357" w="6295802">
                <a:moveTo>
                  <a:pt x="0" y="0"/>
                </a:moveTo>
                <a:lnTo>
                  <a:pt x="6295801" y="0"/>
                </a:lnTo>
                <a:lnTo>
                  <a:pt x="6295801" y="4271356"/>
                </a:lnTo>
                <a:lnTo>
                  <a:pt x="0" y="4271356"/>
                </a:lnTo>
                <a:lnTo>
                  <a:pt x="0" y="0"/>
                </a:lnTo>
                <a:close/>
              </a:path>
            </a:pathLst>
          </a:custGeom>
          <a:blipFill>
            <a:blip r:embed="rId4"/>
            <a:stretch>
              <a:fillRect l="0" t="0" r="0" b="0"/>
            </a:stretch>
          </a:blipFill>
        </p:spPr>
      </p:sp>
      <p:sp>
        <p:nvSpPr>
          <p:cNvPr name="Freeform 38" id="38"/>
          <p:cNvSpPr/>
          <p:nvPr/>
        </p:nvSpPr>
        <p:spPr>
          <a:xfrm flipH="false" flipV="false" rot="0">
            <a:off x="754047" y="5349425"/>
            <a:ext cx="7350929" cy="4801921"/>
          </a:xfrm>
          <a:custGeom>
            <a:avLst/>
            <a:gdLst/>
            <a:ahLst/>
            <a:cxnLst/>
            <a:rect r="r" b="b" t="t" l="l"/>
            <a:pathLst>
              <a:path h="4801921" w="7350929">
                <a:moveTo>
                  <a:pt x="0" y="0"/>
                </a:moveTo>
                <a:lnTo>
                  <a:pt x="7350929" y="0"/>
                </a:lnTo>
                <a:lnTo>
                  <a:pt x="7350929" y="4801921"/>
                </a:lnTo>
                <a:lnTo>
                  <a:pt x="0" y="4801921"/>
                </a:lnTo>
                <a:lnTo>
                  <a:pt x="0" y="0"/>
                </a:lnTo>
                <a:close/>
              </a:path>
            </a:pathLst>
          </a:custGeom>
          <a:blipFill>
            <a:blip r:embed="rId5"/>
            <a:stretch>
              <a:fillRect l="0" t="0" r="0" b="0"/>
            </a:stretch>
          </a:blipFill>
        </p:spPr>
      </p:sp>
      <p:sp>
        <p:nvSpPr>
          <p:cNvPr name="Freeform 39" id="39"/>
          <p:cNvSpPr/>
          <p:nvPr/>
        </p:nvSpPr>
        <p:spPr>
          <a:xfrm flipH="false" flipV="false" rot="0">
            <a:off x="8104976" y="5440207"/>
            <a:ext cx="6612511" cy="4620357"/>
          </a:xfrm>
          <a:custGeom>
            <a:avLst/>
            <a:gdLst/>
            <a:ahLst/>
            <a:cxnLst/>
            <a:rect r="r" b="b" t="t" l="l"/>
            <a:pathLst>
              <a:path h="4620357" w="6612511">
                <a:moveTo>
                  <a:pt x="0" y="0"/>
                </a:moveTo>
                <a:lnTo>
                  <a:pt x="6612511" y="0"/>
                </a:lnTo>
                <a:lnTo>
                  <a:pt x="6612511" y="4620357"/>
                </a:lnTo>
                <a:lnTo>
                  <a:pt x="0" y="4620357"/>
                </a:lnTo>
                <a:lnTo>
                  <a:pt x="0" y="0"/>
                </a:lnTo>
                <a:close/>
              </a:path>
            </a:pathLst>
          </a:custGeom>
          <a:blipFill>
            <a:blip r:embed="rId6"/>
            <a:stretch>
              <a:fillRect l="0" t="0" r="0" b="0"/>
            </a:stretch>
          </a:blipFill>
        </p:spPr>
      </p:sp>
      <p:sp>
        <p:nvSpPr>
          <p:cNvPr name="Freeform 40" id="40"/>
          <p:cNvSpPr/>
          <p:nvPr/>
        </p:nvSpPr>
        <p:spPr>
          <a:xfrm flipH="false" flipV="false" rot="0">
            <a:off x="7619687" y="867255"/>
            <a:ext cx="7022158" cy="4276245"/>
          </a:xfrm>
          <a:custGeom>
            <a:avLst/>
            <a:gdLst/>
            <a:ahLst/>
            <a:cxnLst/>
            <a:rect r="r" b="b" t="t" l="l"/>
            <a:pathLst>
              <a:path h="4276245" w="7022158">
                <a:moveTo>
                  <a:pt x="0" y="0"/>
                </a:moveTo>
                <a:lnTo>
                  <a:pt x="7022158" y="0"/>
                </a:lnTo>
                <a:lnTo>
                  <a:pt x="7022158" y="4276245"/>
                </a:lnTo>
                <a:lnTo>
                  <a:pt x="0" y="4276245"/>
                </a:lnTo>
                <a:lnTo>
                  <a:pt x="0" y="0"/>
                </a:lnTo>
                <a:close/>
              </a:path>
            </a:pathLst>
          </a:custGeom>
          <a:blipFill>
            <a:blip r:embed="rId7"/>
            <a:stretch>
              <a:fillRect l="0" t="0" r="0" b="0"/>
            </a:stretch>
          </a:blipFill>
        </p:spPr>
      </p:sp>
      <p:sp>
        <p:nvSpPr>
          <p:cNvPr name="TextBox 41" id="41"/>
          <p:cNvSpPr txBox="true"/>
          <p:nvPr/>
        </p:nvSpPr>
        <p:spPr>
          <a:xfrm rot="0">
            <a:off x="1105376" y="582549"/>
            <a:ext cx="4289584" cy="1174109"/>
          </a:xfrm>
          <a:prstGeom prst="rect">
            <a:avLst/>
          </a:prstGeom>
        </p:spPr>
        <p:txBody>
          <a:bodyPr anchor="t" rtlCol="false" tIns="0" lIns="0" bIns="0" rIns="0">
            <a:spAutoFit/>
          </a:bodyPr>
          <a:lstStyle/>
          <a:p>
            <a:pPr algn="l">
              <a:lnSpc>
                <a:spcPts val="8640"/>
              </a:lnSpc>
            </a:pPr>
            <a:r>
              <a:rPr lang="en-US" sz="7200" b="true">
                <a:solidFill>
                  <a:srgbClr val="000000"/>
                </a:solidFill>
                <a:latin typeface="Trebuchet MS Bold"/>
                <a:ea typeface="Trebuchet MS Bold"/>
                <a:cs typeface="Trebuchet MS Bold"/>
                <a:sym typeface="Trebuchet MS Bold"/>
              </a:rPr>
              <a:t>RESULTS </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0">
            <a:off x="9738484" y="5138738"/>
            <a:ext cx="10464870" cy="0"/>
          </a:xfrm>
          <a:prstGeom prst="line">
            <a:avLst/>
          </a:prstGeom>
          <a:ln cap="rnd" w="9525">
            <a:solidFill>
              <a:srgbClr val="5FCBEF"/>
            </a:solidFill>
            <a:prstDash val="solid"/>
            <a:headEnd type="none" len="sm" w="sm"/>
            <a:tailEnd type="none" len="sm" w="sm"/>
          </a:ln>
        </p:spPr>
      </p:sp>
      <p:sp>
        <p:nvSpPr>
          <p:cNvPr name="AutoShape 3" id="3"/>
          <p:cNvSpPr/>
          <p:nvPr/>
        </p:nvSpPr>
        <p:spPr>
          <a:xfrm rot="8776560">
            <a:off x="10406482" y="7899797"/>
            <a:ext cx="8608171" cy="0"/>
          </a:xfrm>
          <a:prstGeom prst="line">
            <a:avLst/>
          </a:prstGeom>
          <a:ln cap="rnd" w="9525">
            <a:solidFill>
              <a:srgbClr val="5FCBEF"/>
            </a:solidFill>
            <a:prstDash val="solid"/>
            <a:headEnd type="none" len="sm" w="sm"/>
            <a:tailEnd type="none" len="sm" w="sm"/>
          </a:ln>
        </p:spPr>
      </p:sp>
      <p:grpSp>
        <p:nvGrpSpPr>
          <p:cNvPr name="Group 4" id="4"/>
          <p:cNvGrpSpPr/>
          <p:nvPr/>
        </p:nvGrpSpPr>
        <p:grpSpPr>
          <a:xfrm rot="0">
            <a:off x="13772217" y="-12697"/>
            <a:ext cx="4511021" cy="10299697"/>
            <a:chOff x="0" y="0"/>
            <a:chExt cx="6014695" cy="13732929"/>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5FCBEF">
                <a:alpha val="12941"/>
              </a:srgbClr>
            </a:solidFill>
          </p:spPr>
        </p:sp>
      </p:grpSp>
      <p:grpSp>
        <p:nvGrpSpPr>
          <p:cNvPr name="Group 6" id="6"/>
          <p:cNvGrpSpPr/>
          <p:nvPr/>
        </p:nvGrpSpPr>
        <p:grpSpPr>
          <a:xfrm rot="0">
            <a:off x="14405162" y="-12697"/>
            <a:ext cx="3882838" cy="10299697"/>
            <a:chOff x="0" y="0"/>
            <a:chExt cx="5177117" cy="13732929"/>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5FCBEF">
                <a:alpha val="3922"/>
              </a:srgbClr>
            </a:solidFill>
          </p:spPr>
        </p:sp>
      </p:grpSp>
      <p:grpSp>
        <p:nvGrpSpPr>
          <p:cNvPr name="Group 8" id="8"/>
          <p:cNvGrpSpPr/>
          <p:nvPr/>
        </p:nvGrpSpPr>
        <p:grpSpPr>
          <a:xfrm rot="0">
            <a:off x="13398503" y="4572000"/>
            <a:ext cx="4889497" cy="5715000"/>
            <a:chOff x="0" y="0"/>
            <a:chExt cx="6519329"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17B0E4">
                <a:alpha val="43529"/>
              </a:srgbClr>
            </a:solidFill>
          </p:spPr>
        </p:sp>
      </p:grpSp>
      <p:grpSp>
        <p:nvGrpSpPr>
          <p:cNvPr name="Group 10" id="10"/>
          <p:cNvGrpSpPr/>
          <p:nvPr/>
        </p:nvGrpSpPr>
        <p:grpSpPr>
          <a:xfrm rot="0">
            <a:off x="14001750" y="-12697"/>
            <a:ext cx="4281488" cy="10299697"/>
            <a:chOff x="0" y="0"/>
            <a:chExt cx="5708650" cy="13732929"/>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17B0E4">
                <a:alpha val="24706"/>
              </a:srgbClr>
            </a:solidFill>
          </p:spPr>
        </p:sp>
      </p:grpSp>
      <p:grpSp>
        <p:nvGrpSpPr>
          <p:cNvPr name="Group 12" id="12"/>
          <p:cNvGrpSpPr/>
          <p:nvPr/>
        </p:nvGrpSpPr>
        <p:grpSpPr>
          <a:xfrm rot="0">
            <a:off x="16348091" y="-12697"/>
            <a:ext cx="1935137" cy="10299697"/>
            <a:chOff x="0" y="0"/>
            <a:chExt cx="2580183" cy="13732929"/>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2E83C3">
                <a:alpha val="48627"/>
              </a:srgbClr>
            </a:solidFill>
          </p:spPr>
        </p:sp>
      </p:grpSp>
      <p:grpSp>
        <p:nvGrpSpPr>
          <p:cNvPr name="Group 14" id="14"/>
          <p:cNvGrpSpPr/>
          <p:nvPr/>
        </p:nvGrpSpPr>
        <p:grpSpPr>
          <a:xfrm rot="0">
            <a:off x="16408498" y="-12697"/>
            <a:ext cx="1874739" cy="10299697"/>
            <a:chOff x="0" y="0"/>
            <a:chExt cx="2499652" cy="13732929"/>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236292">
                <a:alpha val="63922"/>
              </a:srgbClr>
            </a:solidFill>
          </p:spPr>
        </p:sp>
      </p:grpSp>
      <p:grpSp>
        <p:nvGrpSpPr>
          <p:cNvPr name="Group 16" id="16"/>
          <p:cNvGrpSpPr/>
          <p:nvPr/>
        </p:nvGrpSpPr>
        <p:grpSpPr>
          <a:xfrm rot="0">
            <a:off x="15557497" y="5384797"/>
            <a:ext cx="2725741" cy="4902203"/>
            <a:chOff x="0" y="0"/>
            <a:chExt cx="3634321" cy="6536271"/>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17B0E4">
                <a:alpha val="43529"/>
              </a:srgbClr>
            </a:solidFill>
          </p:spPr>
        </p:sp>
      </p:grpSp>
      <p:grpSp>
        <p:nvGrpSpPr>
          <p:cNvPr name="Group 18" id="18"/>
          <p:cNvGrpSpPr/>
          <p:nvPr/>
        </p:nvGrpSpPr>
        <p:grpSpPr>
          <a:xfrm rot="0">
            <a:off x="0" y="6019800"/>
            <a:ext cx="673103" cy="4267200"/>
            <a:chOff x="0" y="0"/>
            <a:chExt cx="897471"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5FCBEF">
                <a:alpha val="48627"/>
              </a:srgbClr>
            </a:solidFill>
          </p:spPr>
        </p:sp>
      </p:grpSp>
      <p:grpSp>
        <p:nvGrpSpPr>
          <p:cNvPr name="Group 20" id="20"/>
          <p:cNvGrpSpPr/>
          <p:nvPr/>
        </p:nvGrpSpPr>
        <p:grpSpPr>
          <a:xfrm rot="0">
            <a:off x="990590" y="9568358"/>
            <a:ext cx="4114800" cy="547688"/>
            <a:chOff x="0" y="0"/>
            <a:chExt cx="5486400" cy="730250"/>
          </a:xfrm>
        </p:grpSpPr>
        <p:sp>
          <p:nvSpPr>
            <p:cNvPr name="Freeform 21" id="21"/>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2">
                <a:alphaModFix amt="0"/>
              </a:blip>
              <a:stretch>
                <a:fillRect l="0" t="-96391" r="0" b="-96391"/>
              </a:stretch>
            </a:blipFill>
          </p:spPr>
        </p:sp>
        <p:sp>
          <p:nvSpPr>
            <p:cNvPr name="TextBox 22" id="22"/>
            <p:cNvSpPr txBox="true"/>
            <p:nvPr/>
          </p:nvSpPr>
          <p:spPr>
            <a:xfrm>
              <a:off x="0" y="-9525"/>
              <a:ext cx="5486400" cy="739775"/>
            </a:xfrm>
            <a:prstGeom prst="rect">
              <a:avLst/>
            </a:prstGeom>
          </p:spPr>
          <p:txBody>
            <a:bodyPr anchor="ctr" rtlCol="false" tIns="0" lIns="0" bIns="0" rIns="0"/>
            <a:lstStyle/>
            <a:p>
              <a:pPr algn="l">
                <a:lnSpc>
                  <a:spcPts val="1980"/>
                </a:lnSpc>
              </a:pPr>
              <a:r>
                <a:rPr lang="en-US" sz="1650">
                  <a:solidFill>
                    <a:srgbClr val="2E83C3"/>
                  </a:solidFill>
                  <a:latin typeface="Trebuchet MS"/>
                  <a:ea typeface="Trebuchet MS"/>
                  <a:cs typeface="Trebuchet MS"/>
                  <a:sym typeface="Trebuchet MS"/>
                </a:rPr>
                <a:t>9/9/2026</a:t>
              </a:r>
            </a:p>
          </p:txBody>
        </p:sp>
      </p:grpSp>
      <p:grpSp>
        <p:nvGrpSpPr>
          <p:cNvPr name="Group 23" id="23"/>
          <p:cNvGrpSpPr/>
          <p:nvPr/>
        </p:nvGrpSpPr>
        <p:grpSpPr>
          <a:xfrm rot="0">
            <a:off x="2168290" y="9568358"/>
            <a:ext cx="6172200" cy="547688"/>
            <a:chOff x="0" y="0"/>
            <a:chExt cx="8229600" cy="730250"/>
          </a:xfrm>
        </p:grpSpPr>
        <p:sp>
          <p:nvSpPr>
            <p:cNvPr name="Freeform 24" id="24"/>
            <p:cNvSpPr/>
            <p:nvPr/>
          </p:nvSpPr>
          <p:spPr>
            <a:xfrm flipH="false" flipV="false" rot="0">
              <a:off x="0" y="0"/>
              <a:ext cx="8229600" cy="730250"/>
            </a:xfrm>
            <a:custGeom>
              <a:avLst/>
              <a:gdLst/>
              <a:ahLst/>
              <a:cxnLst/>
              <a:rect r="r" b="b" t="t" l="l"/>
              <a:pathLst>
                <a:path h="730250" w="8229600">
                  <a:moveTo>
                    <a:pt x="0" y="0"/>
                  </a:moveTo>
                  <a:lnTo>
                    <a:pt x="8229600" y="0"/>
                  </a:lnTo>
                  <a:lnTo>
                    <a:pt x="8229600" y="730250"/>
                  </a:lnTo>
                  <a:lnTo>
                    <a:pt x="0" y="730250"/>
                  </a:lnTo>
                  <a:close/>
                </a:path>
              </a:pathLst>
            </a:custGeom>
            <a:blipFill>
              <a:blip r:embed="rId2">
                <a:alphaModFix amt="0"/>
              </a:blip>
              <a:stretch>
                <a:fillRect l="0" t="-169587" r="0" b="-169587"/>
              </a:stretch>
            </a:blipFill>
          </p:spPr>
        </p:sp>
        <p:sp>
          <p:nvSpPr>
            <p:cNvPr name="TextBox 25" id="25"/>
            <p:cNvSpPr txBox="true"/>
            <p:nvPr/>
          </p:nvSpPr>
          <p:spPr>
            <a:xfrm>
              <a:off x="0" y="-9525"/>
              <a:ext cx="8229600" cy="739775"/>
            </a:xfrm>
            <a:prstGeom prst="rect">
              <a:avLst/>
            </a:prstGeom>
          </p:spPr>
          <p:txBody>
            <a:bodyPr anchor="ctr" rtlCol="false" tIns="0" lIns="0" bIns="0" rIns="0"/>
            <a:lstStyle/>
            <a:p>
              <a:pPr algn="l">
                <a:lnSpc>
                  <a:spcPts val="1980"/>
                </a:lnSpc>
              </a:pPr>
              <a:r>
                <a:rPr lang="en-US" sz="1650" b="true">
                  <a:solidFill>
                    <a:srgbClr val="2E83C3"/>
                  </a:solidFill>
                  <a:latin typeface="Trebuchet MS Bold"/>
                  <a:ea typeface="Trebuchet MS Bold"/>
                  <a:cs typeface="Trebuchet MS Bold"/>
                  <a:sym typeface="Trebuchet MS Bold"/>
                </a:rPr>
                <a:t>Annual Review</a:t>
              </a:r>
            </a:p>
          </p:txBody>
        </p:sp>
      </p:grpSp>
      <p:grpSp>
        <p:nvGrpSpPr>
          <p:cNvPr name="Group 26" id="26"/>
          <p:cNvGrpSpPr/>
          <p:nvPr/>
        </p:nvGrpSpPr>
        <p:grpSpPr>
          <a:xfrm rot="0">
            <a:off x="13208003" y="9568358"/>
            <a:ext cx="4114800" cy="547688"/>
            <a:chOff x="0" y="0"/>
            <a:chExt cx="5486400" cy="730250"/>
          </a:xfrm>
        </p:grpSpPr>
        <p:sp>
          <p:nvSpPr>
            <p:cNvPr name="Freeform 27" id="27"/>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2">
                <a:alphaModFix amt="0"/>
              </a:blip>
              <a:stretch>
                <a:fillRect l="0" t="-96391" r="0" b="-96391"/>
              </a:stretch>
            </a:blipFill>
          </p:spPr>
        </p:sp>
        <p:sp>
          <p:nvSpPr>
            <p:cNvPr name="TextBox 28" id="28"/>
            <p:cNvSpPr txBox="true"/>
            <p:nvPr/>
          </p:nvSpPr>
          <p:spPr>
            <a:xfrm>
              <a:off x="0" y="-9525"/>
              <a:ext cx="5486400" cy="739775"/>
            </a:xfrm>
            <a:prstGeom prst="rect">
              <a:avLst/>
            </a:prstGeom>
          </p:spPr>
          <p:txBody>
            <a:bodyPr anchor="ctr" rtlCol="false" tIns="0" lIns="0" bIns="0" rIns="0"/>
            <a:lstStyle/>
            <a:p>
              <a:pPr algn="r">
                <a:lnSpc>
                  <a:spcPts val="1980"/>
                </a:lnSpc>
              </a:pPr>
              <a:r>
                <a:rPr lang="en-US" sz="1650">
                  <a:solidFill>
                    <a:srgbClr val="2E946B"/>
                  </a:solidFill>
                  <a:latin typeface="Trebuchet MS"/>
                  <a:ea typeface="Trebuchet MS"/>
                  <a:cs typeface="Trebuchet MS"/>
                  <a:sym typeface="Trebuchet MS"/>
                </a:rPr>
                <a:t>‹#›</a:t>
              </a:r>
            </a:p>
          </p:txBody>
        </p:sp>
      </p:grpSp>
      <p:grpSp>
        <p:nvGrpSpPr>
          <p:cNvPr name="Group 29" id="29"/>
          <p:cNvGrpSpPr/>
          <p:nvPr/>
        </p:nvGrpSpPr>
        <p:grpSpPr>
          <a:xfrm rot="0">
            <a:off x="14031687" y="8045977"/>
            <a:ext cx="685800" cy="685800"/>
            <a:chOff x="0" y="0"/>
            <a:chExt cx="914400" cy="914400"/>
          </a:xfrm>
        </p:grpSpPr>
        <p:sp>
          <p:nvSpPr>
            <p:cNvPr name="Freeform 30" id="30"/>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solidFill>
              <a:srgbClr val="42B051"/>
            </a:solidFill>
          </p:spPr>
        </p:sp>
      </p:grpSp>
      <p:grpSp>
        <p:nvGrpSpPr>
          <p:cNvPr name="Group 31" id="31"/>
          <p:cNvGrpSpPr/>
          <p:nvPr/>
        </p:nvGrpSpPr>
        <p:grpSpPr>
          <a:xfrm rot="0">
            <a:off x="14717487" y="1179128"/>
            <a:ext cx="479622" cy="479622"/>
            <a:chOff x="0" y="0"/>
            <a:chExt cx="639496" cy="639496"/>
          </a:xfrm>
        </p:grpSpPr>
        <p:sp>
          <p:nvSpPr>
            <p:cNvPr name="Freeform 32" id="32"/>
            <p:cNvSpPr/>
            <p:nvPr/>
          </p:nvSpPr>
          <p:spPr>
            <a:xfrm flipH="false" flipV="false" rot="0">
              <a:off x="0" y="0"/>
              <a:ext cx="639445" cy="639445"/>
            </a:xfrm>
            <a:custGeom>
              <a:avLst/>
              <a:gdLst/>
              <a:ahLst/>
              <a:cxnLst/>
              <a:rect r="r" b="b" t="t" l="l"/>
              <a:pathLst>
                <a:path h="639445" w="639445">
                  <a:moveTo>
                    <a:pt x="0" y="0"/>
                  </a:moveTo>
                  <a:lnTo>
                    <a:pt x="639445" y="0"/>
                  </a:lnTo>
                  <a:lnTo>
                    <a:pt x="639445" y="639445"/>
                  </a:lnTo>
                  <a:lnTo>
                    <a:pt x="0" y="639445"/>
                  </a:lnTo>
                  <a:close/>
                </a:path>
              </a:pathLst>
            </a:custGeom>
            <a:solidFill>
              <a:srgbClr val="2E83C3"/>
            </a:solidFill>
          </p:spPr>
        </p:sp>
      </p:grpSp>
      <p:grpSp>
        <p:nvGrpSpPr>
          <p:cNvPr name="Group 33" id="33"/>
          <p:cNvGrpSpPr/>
          <p:nvPr/>
        </p:nvGrpSpPr>
        <p:grpSpPr>
          <a:xfrm rot="0">
            <a:off x="14031687" y="8846610"/>
            <a:ext cx="269967" cy="269967"/>
            <a:chOff x="0" y="0"/>
            <a:chExt cx="359956" cy="359956"/>
          </a:xfrm>
        </p:grpSpPr>
        <p:sp>
          <p:nvSpPr>
            <p:cNvPr name="Freeform 34" id="34"/>
            <p:cNvSpPr/>
            <p:nvPr/>
          </p:nvSpPr>
          <p:spPr>
            <a:xfrm flipH="false" flipV="false" rot="0">
              <a:off x="0" y="0"/>
              <a:ext cx="359918" cy="359918"/>
            </a:xfrm>
            <a:custGeom>
              <a:avLst/>
              <a:gdLst/>
              <a:ahLst/>
              <a:cxnLst/>
              <a:rect r="r" b="b" t="t" l="l"/>
              <a:pathLst>
                <a:path h="359918" w="359918">
                  <a:moveTo>
                    <a:pt x="0" y="0"/>
                  </a:moveTo>
                  <a:lnTo>
                    <a:pt x="359918" y="0"/>
                  </a:lnTo>
                  <a:lnTo>
                    <a:pt x="359918" y="359918"/>
                  </a:lnTo>
                  <a:lnTo>
                    <a:pt x="0" y="359918"/>
                  </a:lnTo>
                  <a:close/>
                </a:path>
              </a:pathLst>
            </a:custGeom>
            <a:solidFill>
              <a:srgbClr val="2E946B"/>
            </a:solidFill>
          </p:spPr>
        </p:sp>
      </p:grpSp>
      <p:grpSp>
        <p:nvGrpSpPr>
          <p:cNvPr name="Group 35" id="35"/>
          <p:cNvGrpSpPr/>
          <p:nvPr/>
        </p:nvGrpSpPr>
        <p:grpSpPr>
          <a:xfrm rot="0">
            <a:off x="1013936" y="9707880"/>
            <a:ext cx="3214688" cy="289560"/>
            <a:chOff x="0" y="0"/>
            <a:chExt cx="4286250" cy="386080"/>
          </a:xfrm>
        </p:grpSpPr>
        <p:sp>
          <p:nvSpPr>
            <p:cNvPr name="Freeform 36" id="36"/>
            <p:cNvSpPr/>
            <p:nvPr/>
          </p:nvSpPr>
          <p:spPr>
            <a:xfrm flipH="false" flipV="false" rot="0">
              <a:off x="0" y="0"/>
              <a:ext cx="4286250" cy="386080"/>
            </a:xfrm>
            <a:custGeom>
              <a:avLst/>
              <a:gdLst/>
              <a:ahLst/>
              <a:cxnLst/>
              <a:rect r="r" b="b" t="t" l="l"/>
              <a:pathLst>
                <a:path h="386080" w="4286250">
                  <a:moveTo>
                    <a:pt x="0" y="0"/>
                  </a:moveTo>
                  <a:lnTo>
                    <a:pt x="4286250" y="0"/>
                  </a:lnTo>
                  <a:lnTo>
                    <a:pt x="4286250" y="386080"/>
                  </a:lnTo>
                  <a:lnTo>
                    <a:pt x="0" y="386080"/>
                  </a:lnTo>
                  <a:lnTo>
                    <a:pt x="0" y="0"/>
                  </a:lnTo>
                  <a:close/>
                </a:path>
              </a:pathLst>
            </a:custGeom>
            <a:blipFill>
              <a:blip r:embed="rId3"/>
              <a:stretch>
                <a:fillRect l="0" t="-2518486" r="-135857" b="0"/>
              </a:stretch>
            </a:blipFill>
          </p:spPr>
        </p:sp>
      </p:grpSp>
      <p:sp>
        <p:nvSpPr>
          <p:cNvPr name="Freeform 37" id="37"/>
          <p:cNvSpPr/>
          <p:nvPr/>
        </p:nvSpPr>
        <p:spPr>
          <a:xfrm flipH="false" flipV="false" rot="0">
            <a:off x="1602015" y="1795043"/>
            <a:ext cx="5686627" cy="3856212"/>
          </a:xfrm>
          <a:custGeom>
            <a:avLst/>
            <a:gdLst/>
            <a:ahLst/>
            <a:cxnLst/>
            <a:rect r="r" b="b" t="t" l="l"/>
            <a:pathLst>
              <a:path h="3856212" w="5686627">
                <a:moveTo>
                  <a:pt x="0" y="0"/>
                </a:moveTo>
                <a:lnTo>
                  <a:pt x="5686627" y="0"/>
                </a:lnTo>
                <a:lnTo>
                  <a:pt x="5686627" y="3856212"/>
                </a:lnTo>
                <a:lnTo>
                  <a:pt x="0" y="3856212"/>
                </a:lnTo>
                <a:lnTo>
                  <a:pt x="0" y="0"/>
                </a:lnTo>
                <a:close/>
              </a:path>
            </a:pathLst>
          </a:custGeom>
          <a:blipFill>
            <a:blip r:embed="rId4"/>
            <a:stretch>
              <a:fillRect l="0" t="0" r="0" b="0"/>
            </a:stretch>
          </a:blipFill>
        </p:spPr>
      </p:sp>
      <p:sp>
        <p:nvSpPr>
          <p:cNvPr name="Freeform 38" id="38"/>
          <p:cNvSpPr/>
          <p:nvPr/>
        </p:nvSpPr>
        <p:spPr>
          <a:xfrm flipH="false" flipV="false" rot="0">
            <a:off x="7395222" y="1369"/>
            <a:ext cx="7215685" cy="4687197"/>
          </a:xfrm>
          <a:custGeom>
            <a:avLst/>
            <a:gdLst/>
            <a:ahLst/>
            <a:cxnLst/>
            <a:rect r="r" b="b" t="t" l="l"/>
            <a:pathLst>
              <a:path h="4687197" w="7215685">
                <a:moveTo>
                  <a:pt x="0" y="0"/>
                </a:moveTo>
                <a:lnTo>
                  <a:pt x="7215685" y="0"/>
                </a:lnTo>
                <a:lnTo>
                  <a:pt x="7215685" y="4687197"/>
                </a:lnTo>
                <a:lnTo>
                  <a:pt x="0" y="4687197"/>
                </a:lnTo>
                <a:lnTo>
                  <a:pt x="0" y="0"/>
                </a:lnTo>
                <a:close/>
              </a:path>
            </a:pathLst>
          </a:custGeom>
          <a:blipFill>
            <a:blip r:embed="rId5"/>
            <a:stretch>
              <a:fillRect l="0" t="0" r="0" b="0"/>
            </a:stretch>
          </a:blipFill>
        </p:spPr>
      </p:sp>
      <p:sp>
        <p:nvSpPr>
          <p:cNvPr name="Freeform 39" id="39"/>
          <p:cNvSpPr/>
          <p:nvPr/>
        </p:nvSpPr>
        <p:spPr>
          <a:xfrm flipH="false" flipV="false" rot="0">
            <a:off x="1602015" y="5689355"/>
            <a:ext cx="6772558" cy="4057976"/>
          </a:xfrm>
          <a:custGeom>
            <a:avLst/>
            <a:gdLst/>
            <a:ahLst/>
            <a:cxnLst/>
            <a:rect r="r" b="b" t="t" l="l"/>
            <a:pathLst>
              <a:path h="4057976" w="6772558">
                <a:moveTo>
                  <a:pt x="0" y="0"/>
                </a:moveTo>
                <a:lnTo>
                  <a:pt x="6772558" y="0"/>
                </a:lnTo>
                <a:lnTo>
                  <a:pt x="6772558" y="4057976"/>
                </a:lnTo>
                <a:lnTo>
                  <a:pt x="0" y="4057976"/>
                </a:lnTo>
                <a:lnTo>
                  <a:pt x="0" y="0"/>
                </a:lnTo>
                <a:close/>
              </a:path>
            </a:pathLst>
          </a:custGeom>
          <a:blipFill>
            <a:blip r:embed="rId6"/>
            <a:stretch>
              <a:fillRect l="0" t="0" r="0" b="0"/>
            </a:stretch>
          </a:blipFill>
        </p:spPr>
      </p:sp>
      <p:sp>
        <p:nvSpPr>
          <p:cNvPr name="Freeform 40" id="40"/>
          <p:cNvSpPr/>
          <p:nvPr/>
        </p:nvSpPr>
        <p:spPr>
          <a:xfrm flipH="false" flipV="false" rot="0">
            <a:off x="8639963" y="4688566"/>
            <a:ext cx="6557146" cy="5019314"/>
          </a:xfrm>
          <a:custGeom>
            <a:avLst/>
            <a:gdLst/>
            <a:ahLst/>
            <a:cxnLst/>
            <a:rect r="r" b="b" t="t" l="l"/>
            <a:pathLst>
              <a:path h="5019314" w="6557146">
                <a:moveTo>
                  <a:pt x="0" y="0"/>
                </a:moveTo>
                <a:lnTo>
                  <a:pt x="6557146" y="0"/>
                </a:lnTo>
                <a:lnTo>
                  <a:pt x="6557146" y="5019314"/>
                </a:lnTo>
                <a:lnTo>
                  <a:pt x="0" y="5019314"/>
                </a:lnTo>
                <a:lnTo>
                  <a:pt x="0" y="0"/>
                </a:lnTo>
                <a:close/>
              </a:path>
            </a:pathLst>
          </a:custGeom>
          <a:blipFill>
            <a:blip r:embed="rId7"/>
            <a:stretch>
              <a:fillRect l="0" t="0" r="0" b="0"/>
            </a:stretch>
          </a:blipFill>
        </p:spPr>
      </p:sp>
      <p:sp>
        <p:nvSpPr>
          <p:cNvPr name="TextBox 41" id="41"/>
          <p:cNvSpPr txBox="true"/>
          <p:nvPr/>
        </p:nvSpPr>
        <p:spPr>
          <a:xfrm rot="0">
            <a:off x="1105376" y="582549"/>
            <a:ext cx="4289584" cy="1174109"/>
          </a:xfrm>
          <a:prstGeom prst="rect">
            <a:avLst/>
          </a:prstGeom>
        </p:spPr>
        <p:txBody>
          <a:bodyPr anchor="t" rtlCol="false" tIns="0" lIns="0" bIns="0" rIns="0">
            <a:spAutoFit/>
          </a:bodyPr>
          <a:lstStyle/>
          <a:p>
            <a:pPr algn="l">
              <a:lnSpc>
                <a:spcPts val="8640"/>
              </a:lnSpc>
            </a:pPr>
            <a:r>
              <a:rPr lang="en-US" sz="7200" b="true">
                <a:solidFill>
                  <a:srgbClr val="000000"/>
                </a:solidFill>
                <a:latin typeface="Trebuchet MS Bold"/>
                <a:ea typeface="Trebuchet MS Bold"/>
                <a:cs typeface="Trebuchet MS Bold"/>
                <a:sym typeface="Trebuchet MS Bold"/>
              </a:rPr>
              <a:t>RESULTS </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0">
            <a:off x="9738484" y="5138738"/>
            <a:ext cx="10464870" cy="0"/>
          </a:xfrm>
          <a:prstGeom prst="line">
            <a:avLst/>
          </a:prstGeom>
          <a:ln cap="rnd" w="9525">
            <a:solidFill>
              <a:srgbClr val="5FCBEF"/>
            </a:solidFill>
            <a:prstDash val="solid"/>
            <a:headEnd type="none" len="sm" w="sm"/>
            <a:tailEnd type="none" len="sm" w="sm"/>
          </a:ln>
        </p:spPr>
      </p:sp>
      <p:sp>
        <p:nvSpPr>
          <p:cNvPr name="AutoShape 3" id="3"/>
          <p:cNvSpPr/>
          <p:nvPr/>
        </p:nvSpPr>
        <p:spPr>
          <a:xfrm rot="8776560">
            <a:off x="10406482" y="7899797"/>
            <a:ext cx="8608171" cy="0"/>
          </a:xfrm>
          <a:prstGeom prst="line">
            <a:avLst/>
          </a:prstGeom>
          <a:ln cap="rnd" w="9525">
            <a:solidFill>
              <a:srgbClr val="5FCBEF"/>
            </a:solidFill>
            <a:prstDash val="solid"/>
            <a:headEnd type="none" len="sm" w="sm"/>
            <a:tailEnd type="none" len="sm" w="sm"/>
          </a:ln>
        </p:spPr>
      </p:sp>
      <p:grpSp>
        <p:nvGrpSpPr>
          <p:cNvPr name="Group 4" id="4"/>
          <p:cNvGrpSpPr/>
          <p:nvPr/>
        </p:nvGrpSpPr>
        <p:grpSpPr>
          <a:xfrm rot="0">
            <a:off x="13772217" y="-12697"/>
            <a:ext cx="4511021" cy="10299697"/>
            <a:chOff x="0" y="0"/>
            <a:chExt cx="6014695" cy="13732929"/>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5FCBEF">
                <a:alpha val="12941"/>
              </a:srgbClr>
            </a:solidFill>
          </p:spPr>
        </p:sp>
      </p:grpSp>
      <p:grpSp>
        <p:nvGrpSpPr>
          <p:cNvPr name="Group 6" id="6"/>
          <p:cNvGrpSpPr/>
          <p:nvPr/>
        </p:nvGrpSpPr>
        <p:grpSpPr>
          <a:xfrm rot="0">
            <a:off x="14405162" y="-12697"/>
            <a:ext cx="3882838" cy="10299697"/>
            <a:chOff x="0" y="0"/>
            <a:chExt cx="5177117" cy="13732929"/>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5FCBEF">
                <a:alpha val="3922"/>
              </a:srgbClr>
            </a:solidFill>
          </p:spPr>
        </p:sp>
      </p:grpSp>
      <p:grpSp>
        <p:nvGrpSpPr>
          <p:cNvPr name="Group 8" id="8"/>
          <p:cNvGrpSpPr/>
          <p:nvPr/>
        </p:nvGrpSpPr>
        <p:grpSpPr>
          <a:xfrm rot="0">
            <a:off x="13398503" y="4572000"/>
            <a:ext cx="4889497" cy="5715000"/>
            <a:chOff x="0" y="0"/>
            <a:chExt cx="6519329"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17B0E4">
                <a:alpha val="43529"/>
              </a:srgbClr>
            </a:solidFill>
          </p:spPr>
        </p:sp>
      </p:grpSp>
      <p:grpSp>
        <p:nvGrpSpPr>
          <p:cNvPr name="Group 10" id="10"/>
          <p:cNvGrpSpPr/>
          <p:nvPr/>
        </p:nvGrpSpPr>
        <p:grpSpPr>
          <a:xfrm rot="0">
            <a:off x="14001750" y="-12697"/>
            <a:ext cx="4281488" cy="10299697"/>
            <a:chOff x="0" y="0"/>
            <a:chExt cx="5708650" cy="13732929"/>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17B0E4">
                <a:alpha val="24706"/>
              </a:srgbClr>
            </a:solidFill>
          </p:spPr>
        </p:sp>
      </p:grpSp>
      <p:grpSp>
        <p:nvGrpSpPr>
          <p:cNvPr name="Group 12" id="12"/>
          <p:cNvGrpSpPr/>
          <p:nvPr/>
        </p:nvGrpSpPr>
        <p:grpSpPr>
          <a:xfrm rot="0">
            <a:off x="16348091" y="-12697"/>
            <a:ext cx="1935137" cy="10299697"/>
            <a:chOff x="0" y="0"/>
            <a:chExt cx="2580183" cy="13732929"/>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2E83C3">
                <a:alpha val="48627"/>
              </a:srgbClr>
            </a:solidFill>
          </p:spPr>
        </p:sp>
      </p:grpSp>
      <p:grpSp>
        <p:nvGrpSpPr>
          <p:cNvPr name="Group 14" id="14"/>
          <p:cNvGrpSpPr/>
          <p:nvPr/>
        </p:nvGrpSpPr>
        <p:grpSpPr>
          <a:xfrm rot="0">
            <a:off x="16408498" y="-12697"/>
            <a:ext cx="1874739" cy="10299697"/>
            <a:chOff x="0" y="0"/>
            <a:chExt cx="2499652" cy="13732929"/>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236292">
                <a:alpha val="63922"/>
              </a:srgbClr>
            </a:solidFill>
          </p:spPr>
        </p:sp>
      </p:grpSp>
      <p:grpSp>
        <p:nvGrpSpPr>
          <p:cNvPr name="Group 16" id="16"/>
          <p:cNvGrpSpPr/>
          <p:nvPr/>
        </p:nvGrpSpPr>
        <p:grpSpPr>
          <a:xfrm rot="0">
            <a:off x="15557497" y="5384797"/>
            <a:ext cx="2725741" cy="4902203"/>
            <a:chOff x="0" y="0"/>
            <a:chExt cx="3634321" cy="6536271"/>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17B0E4">
                <a:alpha val="43529"/>
              </a:srgbClr>
            </a:solidFill>
          </p:spPr>
        </p:sp>
      </p:grpSp>
      <p:grpSp>
        <p:nvGrpSpPr>
          <p:cNvPr name="Group 18" id="18"/>
          <p:cNvGrpSpPr/>
          <p:nvPr/>
        </p:nvGrpSpPr>
        <p:grpSpPr>
          <a:xfrm rot="0">
            <a:off x="0" y="6019800"/>
            <a:ext cx="673103" cy="4267200"/>
            <a:chOff x="0" y="0"/>
            <a:chExt cx="897471"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5FCBEF">
                <a:alpha val="48627"/>
              </a:srgbClr>
            </a:solidFill>
          </p:spPr>
        </p:sp>
      </p:grpSp>
      <p:grpSp>
        <p:nvGrpSpPr>
          <p:cNvPr name="Group 20" id="20"/>
          <p:cNvGrpSpPr/>
          <p:nvPr/>
        </p:nvGrpSpPr>
        <p:grpSpPr>
          <a:xfrm rot="0">
            <a:off x="990590" y="9568358"/>
            <a:ext cx="4114800" cy="547688"/>
            <a:chOff x="0" y="0"/>
            <a:chExt cx="5486400" cy="730250"/>
          </a:xfrm>
        </p:grpSpPr>
        <p:sp>
          <p:nvSpPr>
            <p:cNvPr name="Freeform 21" id="21"/>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2">
                <a:alphaModFix amt="0"/>
              </a:blip>
              <a:stretch>
                <a:fillRect l="0" t="-96391" r="0" b="-96391"/>
              </a:stretch>
            </a:blipFill>
          </p:spPr>
        </p:sp>
        <p:sp>
          <p:nvSpPr>
            <p:cNvPr name="TextBox 22" id="22"/>
            <p:cNvSpPr txBox="true"/>
            <p:nvPr/>
          </p:nvSpPr>
          <p:spPr>
            <a:xfrm>
              <a:off x="0" y="-9525"/>
              <a:ext cx="5486400" cy="739775"/>
            </a:xfrm>
            <a:prstGeom prst="rect">
              <a:avLst/>
            </a:prstGeom>
          </p:spPr>
          <p:txBody>
            <a:bodyPr anchor="ctr" rtlCol="false" tIns="0" lIns="0" bIns="0" rIns="0"/>
            <a:lstStyle/>
            <a:p>
              <a:pPr algn="l">
                <a:lnSpc>
                  <a:spcPts val="1980"/>
                </a:lnSpc>
              </a:pPr>
              <a:r>
                <a:rPr lang="en-US" sz="1650">
                  <a:solidFill>
                    <a:srgbClr val="2E83C3"/>
                  </a:solidFill>
                  <a:latin typeface="Trebuchet MS"/>
                  <a:ea typeface="Trebuchet MS"/>
                  <a:cs typeface="Trebuchet MS"/>
                  <a:sym typeface="Trebuchet MS"/>
                </a:rPr>
                <a:t>9/9/2026</a:t>
              </a:r>
            </a:p>
          </p:txBody>
        </p:sp>
      </p:grpSp>
      <p:grpSp>
        <p:nvGrpSpPr>
          <p:cNvPr name="Group 23" id="23"/>
          <p:cNvGrpSpPr/>
          <p:nvPr/>
        </p:nvGrpSpPr>
        <p:grpSpPr>
          <a:xfrm rot="0">
            <a:off x="2168290" y="9568358"/>
            <a:ext cx="6172200" cy="547688"/>
            <a:chOff x="0" y="0"/>
            <a:chExt cx="8229600" cy="730250"/>
          </a:xfrm>
        </p:grpSpPr>
        <p:sp>
          <p:nvSpPr>
            <p:cNvPr name="Freeform 24" id="24"/>
            <p:cNvSpPr/>
            <p:nvPr/>
          </p:nvSpPr>
          <p:spPr>
            <a:xfrm flipH="false" flipV="false" rot="0">
              <a:off x="0" y="0"/>
              <a:ext cx="8229600" cy="730250"/>
            </a:xfrm>
            <a:custGeom>
              <a:avLst/>
              <a:gdLst/>
              <a:ahLst/>
              <a:cxnLst/>
              <a:rect r="r" b="b" t="t" l="l"/>
              <a:pathLst>
                <a:path h="730250" w="8229600">
                  <a:moveTo>
                    <a:pt x="0" y="0"/>
                  </a:moveTo>
                  <a:lnTo>
                    <a:pt x="8229600" y="0"/>
                  </a:lnTo>
                  <a:lnTo>
                    <a:pt x="8229600" y="730250"/>
                  </a:lnTo>
                  <a:lnTo>
                    <a:pt x="0" y="730250"/>
                  </a:lnTo>
                  <a:close/>
                </a:path>
              </a:pathLst>
            </a:custGeom>
            <a:blipFill>
              <a:blip r:embed="rId2">
                <a:alphaModFix amt="0"/>
              </a:blip>
              <a:stretch>
                <a:fillRect l="0" t="-169587" r="0" b="-169587"/>
              </a:stretch>
            </a:blipFill>
          </p:spPr>
        </p:sp>
        <p:sp>
          <p:nvSpPr>
            <p:cNvPr name="TextBox 25" id="25"/>
            <p:cNvSpPr txBox="true"/>
            <p:nvPr/>
          </p:nvSpPr>
          <p:spPr>
            <a:xfrm>
              <a:off x="0" y="-9525"/>
              <a:ext cx="8229600" cy="739775"/>
            </a:xfrm>
            <a:prstGeom prst="rect">
              <a:avLst/>
            </a:prstGeom>
          </p:spPr>
          <p:txBody>
            <a:bodyPr anchor="ctr" rtlCol="false" tIns="0" lIns="0" bIns="0" rIns="0"/>
            <a:lstStyle/>
            <a:p>
              <a:pPr algn="l">
                <a:lnSpc>
                  <a:spcPts val="1980"/>
                </a:lnSpc>
              </a:pPr>
              <a:r>
                <a:rPr lang="en-US" sz="1650" b="true">
                  <a:solidFill>
                    <a:srgbClr val="2E83C3"/>
                  </a:solidFill>
                  <a:latin typeface="Trebuchet MS Bold"/>
                  <a:ea typeface="Trebuchet MS Bold"/>
                  <a:cs typeface="Trebuchet MS Bold"/>
                  <a:sym typeface="Trebuchet MS Bold"/>
                </a:rPr>
                <a:t>Annual Review</a:t>
              </a:r>
            </a:p>
          </p:txBody>
        </p:sp>
      </p:grpSp>
      <p:grpSp>
        <p:nvGrpSpPr>
          <p:cNvPr name="Group 26" id="26"/>
          <p:cNvGrpSpPr/>
          <p:nvPr/>
        </p:nvGrpSpPr>
        <p:grpSpPr>
          <a:xfrm rot="0">
            <a:off x="13208003" y="9568358"/>
            <a:ext cx="4114800" cy="547688"/>
            <a:chOff x="0" y="0"/>
            <a:chExt cx="5486400" cy="730250"/>
          </a:xfrm>
        </p:grpSpPr>
        <p:sp>
          <p:nvSpPr>
            <p:cNvPr name="Freeform 27" id="27"/>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2">
                <a:alphaModFix amt="0"/>
              </a:blip>
              <a:stretch>
                <a:fillRect l="0" t="-96391" r="0" b="-96391"/>
              </a:stretch>
            </a:blipFill>
          </p:spPr>
        </p:sp>
        <p:sp>
          <p:nvSpPr>
            <p:cNvPr name="TextBox 28" id="28"/>
            <p:cNvSpPr txBox="true"/>
            <p:nvPr/>
          </p:nvSpPr>
          <p:spPr>
            <a:xfrm>
              <a:off x="0" y="-9525"/>
              <a:ext cx="5486400" cy="739775"/>
            </a:xfrm>
            <a:prstGeom prst="rect">
              <a:avLst/>
            </a:prstGeom>
          </p:spPr>
          <p:txBody>
            <a:bodyPr anchor="ctr" rtlCol="false" tIns="0" lIns="0" bIns="0" rIns="0"/>
            <a:lstStyle/>
            <a:p>
              <a:pPr algn="r">
                <a:lnSpc>
                  <a:spcPts val="1980"/>
                </a:lnSpc>
              </a:pPr>
              <a:r>
                <a:rPr lang="en-US" sz="1650">
                  <a:solidFill>
                    <a:srgbClr val="2E946B"/>
                  </a:solidFill>
                  <a:latin typeface="Trebuchet MS"/>
                  <a:ea typeface="Trebuchet MS"/>
                  <a:cs typeface="Trebuchet MS"/>
                  <a:sym typeface="Trebuchet MS"/>
                </a:rPr>
                <a:t>‹#›</a:t>
              </a:r>
            </a:p>
          </p:txBody>
        </p:sp>
      </p:grpSp>
      <p:grpSp>
        <p:nvGrpSpPr>
          <p:cNvPr name="Group 29" id="29"/>
          <p:cNvGrpSpPr/>
          <p:nvPr/>
        </p:nvGrpSpPr>
        <p:grpSpPr>
          <a:xfrm rot="0">
            <a:off x="14031687" y="8045977"/>
            <a:ext cx="685800" cy="685800"/>
            <a:chOff x="0" y="0"/>
            <a:chExt cx="914400" cy="914400"/>
          </a:xfrm>
        </p:grpSpPr>
        <p:sp>
          <p:nvSpPr>
            <p:cNvPr name="Freeform 30" id="30"/>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solidFill>
              <a:srgbClr val="42B051"/>
            </a:solidFill>
          </p:spPr>
        </p:sp>
      </p:grpSp>
      <p:grpSp>
        <p:nvGrpSpPr>
          <p:cNvPr name="Group 31" id="31"/>
          <p:cNvGrpSpPr/>
          <p:nvPr/>
        </p:nvGrpSpPr>
        <p:grpSpPr>
          <a:xfrm rot="0">
            <a:off x="14717487" y="1179128"/>
            <a:ext cx="479622" cy="479622"/>
            <a:chOff x="0" y="0"/>
            <a:chExt cx="639496" cy="639496"/>
          </a:xfrm>
        </p:grpSpPr>
        <p:sp>
          <p:nvSpPr>
            <p:cNvPr name="Freeform 32" id="32"/>
            <p:cNvSpPr/>
            <p:nvPr/>
          </p:nvSpPr>
          <p:spPr>
            <a:xfrm flipH="false" flipV="false" rot="0">
              <a:off x="0" y="0"/>
              <a:ext cx="639445" cy="639445"/>
            </a:xfrm>
            <a:custGeom>
              <a:avLst/>
              <a:gdLst/>
              <a:ahLst/>
              <a:cxnLst/>
              <a:rect r="r" b="b" t="t" l="l"/>
              <a:pathLst>
                <a:path h="639445" w="639445">
                  <a:moveTo>
                    <a:pt x="0" y="0"/>
                  </a:moveTo>
                  <a:lnTo>
                    <a:pt x="639445" y="0"/>
                  </a:lnTo>
                  <a:lnTo>
                    <a:pt x="639445" y="639445"/>
                  </a:lnTo>
                  <a:lnTo>
                    <a:pt x="0" y="639445"/>
                  </a:lnTo>
                  <a:close/>
                </a:path>
              </a:pathLst>
            </a:custGeom>
            <a:solidFill>
              <a:srgbClr val="2E83C3"/>
            </a:solidFill>
          </p:spPr>
        </p:sp>
      </p:grpSp>
      <p:grpSp>
        <p:nvGrpSpPr>
          <p:cNvPr name="Group 33" id="33"/>
          <p:cNvGrpSpPr/>
          <p:nvPr/>
        </p:nvGrpSpPr>
        <p:grpSpPr>
          <a:xfrm rot="0">
            <a:off x="14031687" y="8846610"/>
            <a:ext cx="269967" cy="269967"/>
            <a:chOff x="0" y="0"/>
            <a:chExt cx="359956" cy="359956"/>
          </a:xfrm>
        </p:grpSpPr>
        <p:sp>
          <p:nvSpPr>
            <p:cNvPr name="Freeform 34" id="34"/>
            <p:cNvSpPr/>
            <p:nvPr/>
          </p:nvSpPr>
          <p:spPr>
            <a:xfrm flipH="false" flipV="false" rot="0">
              <a:off x="0" y="0"/>
              <a:ext cx="359918" cy="359918"/>
            </a:xfrm>
            <a:custGeom>
              <a:avLst/>
              <a:gdLst/>
              <a:ahLst/>
              <a:cxnLst/>
              <a:rect r="r" b="b" t="t" l="l"/>
              <a:pathLst>
                <a:path h="359918" w="359918">
                  <a:moveTo>
                    <a:pt x="0" y="0"/>
                  </a:moveTo>
                  <a:lnTo>
                    <a:pt x="359918" y="0"/>
                  </a:lnTo>
                  <a:lnTo>
                    <a:pt x="359918" y="359918"/>
                  </a:lnTo>
                  <a:lnTo>
                    <a:pt x="0" y="359918"/>
                  </a:lnTo>
                  <a:close/>
                </a:path>
              </a:pathLst>
            </a:custGeom>
            <a:solidFill>
              <a:srgbClr val="2E946B"/>
            </a:solidFill>
          </p:spPr>
        </p:sp>
      </p:grpSp>
      <p:grpSp>
        <p:nvGrpSpPr>
          <p:cNvPr name="Group 35" id="35"/>
          <p:cNvGrpSpPr/>
          <p:nvPr/>
        </p:nvGrpSpPr>
        <p:grpSpPr>
          <a:xfrm rot="0">
            <a:off x="1013936" y="9707880"/>
            <a:ext cx="3214688" cy="289560"/>
            <a:chOff x="0" y="0"/>
            <a:chExt cx="4286250" cy="386080"/>
          </a:xfrm>
        </p:grpSpPr>
        <p:sp>
          <p:nvSpPr>
            <p:cNvPr name="Freeform 36" id="36"/>
            <p:cNvSpPr/>
            <p:nvPr/>
          </p:nvSpPr>
          <p:spPr>
            <a:xfrm flipH="false" flipV="false" rot="0">
              <a:off x="0" y="0"/>
              <a:ext cx="4286250" cy="386080"/>
            </a:xfrm>
            <a:custGeom>
              <a:avLst/>
              <a:gdLst/>
              <a:ahLst/>
              <a:cxnLst/>
              <a:rect r="r" b="b" t="t" l="l"/>
              <a:pathLst>
                <a:path h="386080" w="4286250">
                  <a:moveTo>
                    <a:pt x="0" y="0"/>
                  </a:moveTo>
                  <a:lnTo>
                    <a:pt x="4286250" y="0"/>
                  </a:lnTo>
                  <a:lnTo>
                    <a:pt x="4286250" y="386080"/>
                  </a:lnTo>
                  <a:lnTo>
                    <a:pt x="0" y="386080"/>
                  </a:lnTo>
                  <a:lnTo>
                    <a:pt x="0" y="0"/>
                  </a:lnTo>
                  <a:close/>
                </a:path>
              </a:pathLst>
            </a:custGeom>
            <a:blipFill>
              <a:blip r:embed="rId3"/>
              <a:stretch>
                <a:fillRect l="0" t="-2518486" r="-135857" b="0"/>
              </a:stretch>
            </a:blipFill>
          </p:spPr>
        </p:sp>
      </p:grpSp>
      <p:sp>
        <p:nvSpPr>
          <p:cNvPr name="Freeform 37" id="37"/>
          <p:cNvSpPr/>
          <p:nvPr/>
        </p:nvSpPr>
        <p:spPr>
          <a:xfrm flipH="false" flipV="false" rot="0">
            <a:off x="1105376" y="1418939"/>
            <a:ext cx="6593440" cy="5060082"/>
          </a:xfrm>
          <a:custGeom>
            <a:avLst/>
            <a:gdLst/>
            <a:ahLst/>
            <a:cxnLst/>
            <a:rect r="r" b="b" t="t" l="l"/>
            <a:pathLst>
              <a:path h="5060082" w="6593440">
                <a:moveTo>
                  <a:pt x="0" y="0"/>
                </a:moveTo>
                <a:lnTo>
                  <a:pt x="6593440" y="0"/>
                </a:lnTo>
                <a:lnTo>
                  <a:pt x="6593440" y="5060082"/>
                </a:lnTo>
                <a:lnTo>
                  <a:pt x="0" y="5060082"/>
                </a:lnTo>
                <a:lnTo>
                  <a:pt x="0" y="0"/>
                </a:lnTo>
                <a:close/>
              </a:path>
            </a:pathLst>
          </a:custGeom>
          <a:blipFill>
            <a:blip r:embed="rId4"/>
            <a:stretch>
              <a:fillRect l="0" t="0" r="0" b="0"/>
            </a:stretch>
          </a:blipFill>
        </p:spPr>
      </p:sp>
      <p:sp>
        <p:nvSpPr>
          <p:cNvPr name="Freeform 38" id="38"/>
          <p:cNvSpPr/>
          <p:nvPr/>
        </p:nvSpPr>
        <p:spPr>
          <a:xfrm flipH="false" flipV="false" rot="0">
            <a:off x="7962773" y="660948"/>
            <a:ext cx="7594724" cy="4482552"/>
          </a:xfrm>
          <a:custGeom>
            <a:avLst/>
            <a:gdLst/>
            <a:ahLst/>
            <a:cxnLst/>
            <a:rect r="r" b="b" t="t" l="l"/>
            <a:pathLst>
              <a:path h="4482552" w="7594724">
                <a:moveTo>
                  <a:pt x="0" y="0"/>
                </a:moveTo>
                <a:lnTo>
                  <a:pt x="7594724" y="0"/>
                </a:lnTo>
                <a:lnTo>
                  <a:pt x="7594724" y="4482552"/>
                </a:lnTo>
                <a:lnTo>
                  <a:pt x="0" y="4482552"/>
                </a:lnTo>
                <a:lnTo>
                  <a:pt x="0" y="0"/>
                </a:lnTo>
                <a:close/>
              </a:path>
            </a:pathLst>
          </a:custGeom>
          <a:blipFill>
            <a:blip r:embed="rId5"/>
            <a:stretch>
              <a:fillRect l="0" t="0" r="0" b="0"/>
            </a:stretch>
          </a:blipFill>
        </p:spPr>
      </p:sp>
      <p:sp>
        <p:nvSpPr>
          <p:cNvPr name="Freeform 39" id="39"/>
          <p:cNvSpPr/>
          <p:nvPr/>
        </p:nvSpPr>
        <p:spPr>
          <a:xfrm flipH="false" flipV="false" rot="0">
            <a:off x="1324691" y="6403423"/>
            <a:ext cx="6723303" cy="3883577"/>
          </a:xfrm>
          <a:custGeom>
            <a:avLst/>
            <a:gdLst/>
            <a:ahLst/>
            <a:cxnLst/>
            <a:rect r="r" b="b" t="t" l="l"/>
            <a:pathLst>
              <a:path h="3883577" w="6723303">
                <a:moveTo>
                  <a:pt x="0" y="0"/>
                </a:moveTo>
                <a:lnTo>
                  <a:pt x="6723303" y="0"/>
                </a:lnTo>
                <a:lnTo>
                  <a:pt x="6723303" y="3883577"/>
                </a:lnTo>
                <a:lnTo>
                  <a:pt x="0" y="3883577"/>
                </a:lnTo>
                <a:lnTo>
                  <a:pt x="0" y="0"/>
                </a:lnTo>
                <a:close/>
              </a:path>
            </a:pathLst>
          </a:custGeom>
          <a:blipFill>
            <a:blip r:embed="rId6"/>
            <a:stretch>
              <a:fillRect l="0" t="0" r="0" b="0"/>
            </a:stretch>
          </a:blipFill>
        </p:spPr>
      </p:sp>
      <p:sp>
        <p:nvSpPr>
          <p:cNvPr name="Freeform 40" id="40"/>
          <p:cNvSpPr/>
          <p:nvPr/>
        </p:nvSpPr>
        <p:spPr>
          <a:xfrm flipH="false" flipV="false" rot="0">
            <a:off x="8340490" y="5384797"/>
            <a:ext cx="9595771" cy="4650107"/>
          </a:xfrm>
          <a:custGeom>
            <a:avLst/>
            <a:gdLst/>
            <a:ahLst/>
            <a:cxnLst/>
            <a:rect r="r" b="b" t="t" l="l"/>
            <a:pathLst>
              <a:path h="4650107" w="9595771">
                <a:moveTo>
                  <a:pt x="0" y="0"/>
                </a:moveTo>
                <a:lnTo>
                  <a:pt x="9595771" y="0"/>
                </a:lnTo>
                <a:lnTo>
                  <a:pt x="9595771" y="4650107"/>
                </a:lnTo>
                <a:lnTo>
                  <a:pt x="0" y="4650107"/>
                </a:lnTo>
                <a:lnTo>
                  <a:pt x="0" y="0"/>
                </a:lnTo>
                <a:close/>
              </a:path>
            </a:pathLst>
          </a:custGeom>
          <a:blipFill>
            <a:blip r:embed="rId7"/>
            <a:stretch>
              <a:fillRect l="0" t="0" r="0" b="0"/>
            </a:stretch>
          </a:blipFill>
        </p:spPr>
      </p:sp>
      <p:sp>
        <p:nvSpPr>
          <p:cNvPr name="TextBox 41" id="41"/>
          <p:cNvSpPr txBox="true"/>
          <p:nvPr/>
        </p:nvSpPr>
        <p:spPr>
          <a:xfrm rot="0">
            <a:off x="1105376" y="582549"/>
            <a:ext cx="4289584" cy="1174109"/>
          </a:xfrm>
          <a:prstGeom prst="rect">
            <a:avLst/>
          </a:prstGeom>
        </p:spPr>
        <p:txBody>
          <a:bodyPr anchor="t" rtlCol="false" tIns="0" lIns="0" bIns="0" rIns="0">
            <a:spAutoFit/>
          </a:bodyPr>
          <a:lstStyle/>
          <a:p>
            <a:pPr algn="l">
              <a:lnSpc>
                <a:spcPts val="8640"/>
              </a:lnSpc>
            </a:pPr>
            <a:r>
              <a:rPr lang="en-US" sz="7200" b="true">
                <a:solidFill>
                  <a:srgbClr val="000000"/>
                </a:solidFill>
                <a:latin typeface="Trebuchet MS Bold"/>
                <a:ea typeface="Trebuchet MS Bold"/>
                <a:cs typeface="Trebuchet MS Bold"/>
                <a:sym typeface="Trebuchet MS Bold"/>
              </a:rPr>
              <a:t>RESULTS </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0">
            <a:off x="9738484" y="5138738"/>
            <a:ext cx="10464870" cy="0"/>
          </a:xfrm>
          <a:prstGeom prst="line">
            <a:avLst/>
          </a:prstGeom>
          <a:ln cap="rnd" w="9525">
            <a:solidFill>
              <a:srgbClr val="5FCBEF"/>
            </a:solidFill>
            <a:prstDash val="solid"/>
            <a:headEnd type="none" len="sm" w="sm"/>
            <a:tailEnd type="none" len="sm" w="sm"/>
          </a:ln>
        </p:spPr>
      </p:sp>
      <p:sp>
        <p:nvSpPr>
          <p:cNvPr name="AutoShape 3" id="3"/>
          <p:cNvSpPr/>
          <p:nvPr/>
        </p:nvSpPr>
        <p:spPr>
          <a:xfrm rot="8776560">
            <a:off x="10406482" y="7899797"/>
            <a:ext cx="8608171" cy="0"/>
          </a:xfrm>
          <a:prstGeom prst="line">
            <a:avLst/>
          </a:prstGeom>
          <a:ln cap="rnd" w="9525">
            <a:solidFill>
              <a:srgbClr val="5FCBEF"/>
            </a:solidFill>
            <a:prstDash val="solid"/>
            <a:headEnd type="none" len="sm" w="sm"/>
            <a:tailEnd type="none" len="sm" w="sm"/>
          </a:ln>
        </p:spPr>
      </p:sp>
      <p:grpSp>
        <p:nvGrpSpPr>
          <p:cNvPr name="Group 4" id="4"/>
          <p:cNvGrpSpPr/>
          <p:nvPr/>
        </p:nvGrpSpPr>
        <p:grpSpPr>
          <a:xfrm rot="0">
            <a:off x="13772217" y="-12697"/>
            <a:ext cx="4511021" cy="10299697"/>
            <a:chOff x="0" y="0"/>
            <a:chExt cx="6014695" cy="13732929"/>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5FCBEF">
                <a:alpha val="12941"/>
              </a:srgbClr>
            </a:solidFill>
          </p:spPr>
        </p:sp>
      </p:grpSp>
      <p:grpSp>
        <p:nvGrpSpPr>
          <p:cNvPr name="Group 6" id="6"/>
          <p:cNvGrpSpPr/>
          <p:nvPr/>
        </p:nvGrpSpPr>
        <p:grpSpPr>
          <a:xfrm rot="0">
            <a:off x="14405162" y="-12697"/>
            <a:ext cx="3882838" cy="10299697"/>
            <a:chOff x="0" y="0"/>
            <a:chExt cx="5177117" cy="13732929"/>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5FCBEF">
                <a:alpha val="3922"/>
              </a:srgbClr>
            </a:solidFill>
          </p:spPr>
        </p:sp>
      </p:grpSp>
      <p:grpSp>
        <p:nvGrpSpPr>
          <p:cNvPr name="Group 8" id="8"/>
          <p:cNvGrpSpPr/>
          <p:nvPr/>
        </p:nvGrpSpPr>
        <p:grpSpPr>
          <a:xfrm rot="0">
            <a:off x="13398503" y="4572000"/>
            <a:ext cx="4889497" cy="5715000"/>
            <a:chOff x="0" y="0"/>
            <a:chExt cx="6519329"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17B0E4">
                <a:alpha val="43529"/>
              </a:srgbClr>
            </a:solidFill>
          </p:spPr>
        </p:sp>
      </p:grpSp>
      <p:grpSp>
        <p:nvGrpSpPr>
          <p:cNvPr name="Group 10" id="10"/>
          <p:cNvGrpSpPr/>
          <p:nvPr/>
        </p:nvGrpSpPr>
        <p:grpSpPr>
          <a:xfrm rot="0">
            <a:off x="14001750" y="-12697"/>
            <a:ext cx="4281488" cy="10299697"/>
            <a:chOff x="0" y="0"/>
            <a:chExt cx="5708650" cy="13732929"/>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17B0E4">
                <a:alpha val="24706"/>
              </a:srgbClr>
            </a:solidFill>
          </p:spPr>
        </p:sp>
      </p:grpSp>
      <p:grpSp>
        <p:nvGrpSpPr>
          <p:cNvPr name="Group 12" id="12"/>
          <p:cNvGrpSpPr/>
          <p:nvPr/>
        </p:nvGrpSpPr>
        <p:grpSpPr>
          <a:xfrm rot="0">
            <a:off x="16348091" y="-12697"/>
            <a:ext cx="1935137" cy="10299697"/>
            <a:chOff x="0" y="0"/>
            <a:chExt cx="2580183" cy="13732929"/>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2E83C3">
                <a:alpha val="48627"/>
              </a:srgbClr>
            </a:solidFill>
          </p:spPr>
        </p:sp>
      </p:grpSp>
      <p:grpSp>
        <p:nvGrpSpPr>
          <p:cNvPr name="Group 14" id="14"/>
          <p:cNvGrpSpPr/>
          <p:nvPr/>
        </p:nvGrpSpPr>
        <p:grpSpPr>
          <a:xfrm rot="0">
            <a:off x="16408498" y="-12697"/>
            <a:ext cx="1874739" cy="10299697"/>
            <a:chOff x="0" y="0"/>
            <a:chExt cx="2499652" cy="13732929"/>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236292">
                <a:alpha val="63922"/>
              </a:srgbClr>
            </a:solidFill>
          </p:spPr>
        </p:sp>
      </p:grpSp>
      <p:grpSp>
        <p:nvGrpSpPr>
          <p:cNvPr name="Group 16" id="16"/>
          <p:cNvGrpSpPr/>
          <p:nvPr/>
        </p:nvGrpSpPr>
        <p:grpSpPr>
          <a:xfrm rot="0">
            <a:off x="15557497" y="5384797"/>
            <a:ext cx="2725741" cy="4902203"/>
            <a:chOff x="0" y="0"/>
            <a:chExt cx="3634321" cy="6536271"/>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17B0E4">
                <a:alpha val="43529"/>
              </a:srgbClr>
            </a:solidFill>
          </p:spPr>
        </p:sp>
      </p:grpSp>
      <p:grpSp>
        <p:nvGrpSpPr>
          <p:cNvPr name="Group 18" id="18"/>
          <p:cNvGrpSpPr/>
          <p:nvPr/>
        </p:nvGrpSpPr>
        <p:grpSpPr>
          <a:xfrm rot="0">
            <a:off x="0" y="6019800"/>
            <a:ext cx="673103" cy="4267200"/>
            <a:chOff x="0" y="0"/>
            <a:chExt cx="897471"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5FCBEF">
                <a:alpha val="48627"/>
              </a:srgbClr>
            </a:solidFill>
          </p:spPr>
        </p:sp>
      </p:grpSp>
      <p:grpSp>
        <p:nvGrpSpPr>
          <p:cNvPr name="Group 20" id="20"/>
          <p:cNvGrpSpPr/>
          <p:nvPr/>
        </p:nvGrpSpPr>
        <p:grpSpPr>
          <a:xfrm rot="0">
            <a:off x="990590" y="9568358"/>
            <a:ext cx="4114800" cy="547688"/>
            <a:chOff x="0" y="0"/>
            <a:chExt cx="5486400" cy="730250"/>
          </a:xfrm>
        </p:grpSpPr>
        <p:sp>
          <p:nvSpPr>
            <p:cNvPr name="Freeform 21" id="21"/>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2">
                <a:alphaModFix amt="0"/>
              </a:blip>
              <a:stretch>
                <a:fillRect l="0" t="-96391" r="0" b="-96391"/>
              </a:stretch>
            </a:blipFill>
          </p:spPr>
        </p:sp>
        <p:sp>
          <p:nvSpPr>
            <p:cNvPr name="TextBox 22" id="22"/>
            <p:cNvSpPr txBox="true"/>
            <p:nvPr/>
          </p:nvSpPr>
          <p:spPr>
            <a:xfrm>
              <a:off x="0" y="-9525"/>
              <a:ext cx="5486400" cy="739775"/>
            </a:xfrm>
            <a:prstGeom prst="rect">
              <a:avLst/>
            </a:prstGeom>
          </p:spPr>
          <p:txBody>
            <a:bodyPr anchor="ctr" rtlCol="false" tIns="0" lIns="0" bIns="0" rIns="0"/>
            <a:lstStyle/>
            <a:p>
              <a:pPr algn="l">
                <a:lnSpc>
                  <a:spcPts val="1980"/>
                </a:lnSpc>
              </a:pPr>
              <a:r>
                <a:rPr lang="en-US" sz="1650">
                  <a:solidFill>
                    <a:srgbClr val="2E83C3"/>
                  </a:solidFill>
                  <a:latin typeface="Trebuchet MS"/>
                  <a:ea typeface="Trebuchet MS"/>
                  <a:cs typeface="Trebuchet MS"/>
                  <a:sym typeface="Trebuchet MS"/>
                </a:rPr>
                <a:t>9/9/2026</a:t>
              </a:r>
            </a:p>
          </p:txBody>
        </p:sp>
      </p:grpSp>
      <p:grpSp>
        <p:nvGrpSpPr>
          <p:cNvPr name="Group 23" id="23"/>
          <p:cNvGrpSpPr/>
          <p:nvPr/>
        </p:nvGrpSpPr>
        <p:grpSpPr>
          <a:xfrm rot="0">
            <a:off x="2168290" y="9568358"/>
            <a:ext cx="6172200" cy="547688"/>
            <a:chOff x="0" y="0"/>
            <a:chExt cx="8229600" cy="730250"/>
          </a:xfrm>
        </p:grpSpPr>
        <p:sp>
          <p:nvSpPr>
            <p:cNvPr name="Freeform 24" id="24"/>
            <p:cNvSpPr/>
            <p:nvPr/>
          </p:nvSpPr>
          <p:spPr>
            <a:xfrm flipH="false" flipV="false" rot="0">
              <a:off x="0" y="0"/>
              <a:ext cx="8229600" cy="730250"/>
            </a:xfrm>
            <a:custGeom>
              <a:avLst/>
              <a:gdLst/>
              <a:ahLst/>
              <a:cxnLst/>
              <a:rect r="r" b="b" t="t" l="l"/>
              <a:pathLst>
                <a:path h="730250" w="8229600">
                  <a:moveTo>
                    <a:pt x="0" y="0"/>
                  </a:moveTo>
                  <a:lnTo>
                    <a:pt x="8229600" y="0"/>
                  </a:lnTo>
                  <a:lnTo>
                    <a:pt x="8229600" y="730250"/>
                  </a:lnTo>
                  <a:lnTo>
                    <a:pt x="0" y="730250"/>
                  </a:lnTo>
                  <a:close/>
                </a:path>
              </a:pathLst>
            </a:custGeom>
            <a:blipFill>
              <a:blip r:embed="rId2">
                <a:alphaModFix amt="0"/>
              </a:blip>
              <a:stretch>
                <a:fillRect l="0" t="-169587" r="0" b="-169587"/>
              </a:stretch>
            </a:blipFill>
          </p:spPr>
        </p:sp>
        <p:sp>
          <p:nvSpPr>
            <p:cNvPr name="TextBox 25" id="25"/>
            <p:cNvSpPr txBox="true"/>
            <p:nvPr/>
          </p:nvSpPr>
          <p:spPr>
            <a:xfrm>
              <a:off x="0" y="-9525"/>
              <a:ext cx="8229600" cy="739775"/>
            </a:xfrm>
            <a:prstGeom prst="rect">
              <a:avLst/>
            </a:prstGeom>
          </p:spPr>
          <p:txBody>
            <a:bodyPr anchor="ctr" rtlCol="false" tIns="0" lIns="0" bIns="0" rIns="0"/>
            <a:lstStyle/>
            <a:p>
              <a:pPr algn="l">
                <a:lnSpc>
                  <a:spcPts val="1980"/>
                </a:lnSpc>
              </a:pPr>
              <a:r>
                <a:rPr lang="en-US" sz="1650" b="true">
                  <a:solidFill>
                    <a:srgbClr val="2E83C3"/>
                  </a:solidFill>
                  <a:latin typeface="Trebuchet MS Bold"/>
                  <a:ea typeface="Trebuchet MS Bold"/>
                  <a:cs typeface="Trebuchet MS Bold"/>
                  <a:sym typeface="Trebuchet MS Bold"/>
                </a:rPr>
                <a:t>Annual Review</a:t>
              </a:r>
            </a:p>
          </p:txBody>
        </p:sp>
      </p:grpSp>
      <p:grpSp>
        <p:nvGrpSpPr>
          <p:cNvPr name="Group 26" id="26"/>
          <p:cNvGrpSpPr/>
          <p:nvPr/>
        </p:nvGrpSpPr>
        <p:grpSpPr>
          <a:xfrm rot="0">
            <a:off x="13208003" y="9568358"/>
            <a:ext cx="4114800" cy="547688"/>
            <a:chOff x="0" y="0"/>
            <a:chExt cx="5486400" cy="730250"/>
          </a:xfrm>
        </p:grpSpPr>
        <p:sp>
          <p:nvSpPr>
            <p:cNvPr name="Freeform 27" id="27"/>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2">
                <a:alphaModFix amt="0"/>
              </a:blip>
              <a:stretch>
                <a:fillRect l="0" t="-96391" r="0" b="-96391"/>
              </a:stretch>
            </a:blipFill>
          </p:spPr>
        </p:sp>
        <p:sp>
          <p:nvSpPr>
            <p:cNvPr name="TextBox 28" id="28"/>
            <p:cNvSpPr txBox="true"/>
            <p:nvPr/>
          </p:nvSpPr>
          <p:spPr>
            <a:xfrm>
              <a:off x="0" y="-9525"/>
              <a:ext cx="5486400" cy="739775"/>
            </a:xfrm>
            <a:prstGeom prst="rect">
              <a:avLst/>
            </a:prstGeom>
          </p:spPr>
          <p:txBody>
            <a:bodyPr anchor="ctr" rtlCol="false" tIns="0" lIns="0" bIns="0" rIns="0"/>
            <a:lstStyle/>
            <a:p>
              <a:pPr algn="r">
                <a:lnSpc>
                  <a:spcPts val="1980"/>
                </a:lnSpc>
              </a:pPr>
              <a:r>
                <a:rPr lang="en-US" sz="1650">
                  <a:solidFill>
                    <a:srgbClr val="2E946B"/>
                  </a:solidFill>
                  <a:latin typeface="Trebuchet MS"/>
                  <a:ea typeface="Trebuchet MS"/>
                  <a:cs typeface="Trebuchet MS"/>
                  <a:sym typeface="Trebuchet MS"/>
                </a:rPr>
                <a:t>‹#›</a:t>
              </a:r>
            </a:p>
          </p:txBody>
        </p:sp>
      </p:grpSp>
      <p:grpSp>
        <p:nvGrpSpPr>
          <p:cNvPr name="Group 29" id="29"/>
          <p:cNvGrpSpPr/>
          <p:nvPr/>
        </p:nvGrpSpPr>
        <p:grpSpPr>
          <a:xfrm rot="0">
            <a:off x="14031687" y="8045977"/>
            <a:ext cx="685800" cy="685800"/>
            <a:chOff x="0" y="0"/>
            <a:chExt cx="914400" cy="914400"/>
          </a:xfrm>
        </p:grpSpPr>
        <p:sp>
          <p:nvSpPr>
            <p:cNvPr name="Freeform 30" id="30"/>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solidFill>
              <a:srgbClr val="42B051"/>
            </a:solidFill>
          </p:spPr>
        </p:sp>
      </p:grpSp>
      <p:grpSp>
        <p:nvGrpSpPr>
          <p:cNvPr name="Group 31" id="31"/>
          <p:cNvGrpSpPr/>
          <p:nvPr/>
        </p:nvGrpSpPr>
        <p:grpSpPr>
          <a:xfrm rot="0">
            <a:off x="14717487" y="1179128"/>
            <a:ext cx="479622" cy="479622"/>
            <a:chOff x="0" y="0"/>
            <a:chExt cx="639496" cy="639496"/>
          </a:xfrm>
        </p:grpSpPr>
        <p:sp>
          <p:nvSpPr>
            <p:cNvPr name="Freeform 32" id="32"/>
            <p:cNvSpPr/>
            <p:nvPr/>
          </p:nvSpPr>
          <p:spPr>
            <a:xfrm flipH="false" flipV="false" rot="0">
              <a:off x="0" y="0"/>
              <a:ext cx="639445" cy="639445"/>
            </a:xfrm>
            <a:custGeom>
              <a:avLst/>
              <a:gdLst/>
              <a:ahLst/>
              <a:cxnLst/>
              <a:rect r="r" b="b" t="t" l="l"/>
              <a:pathLst>
                <a:path h="639445" w="639445">
                  <a:moveTo>
                    <a:pt x="0" y="0"/>
                  </a:moveTo>
                  <a:lnTo>
                    <a:pt x="639445" y="0"/>
                  </a:lnTo>
                  <a:lnTo>
                    <a:pt x="639445" y="639445"/>
                  </a:lnTo>
                  <a:lnTo>
                    <a:pt x="0" y="639445"/>
                  </a:lnTo>
                  <a:close/>
                </a:path>
              </a:pathLst>
            </a:custGeom>
            <a:solidFill>
              <a:srgbClr val="2E83C3"/>
            </a:solidFill>
          </p:spPr>
        </p:sp>
      </p:grpSp>
      <p:grpSp>
        <p:nvGrpSpPr>
          <p:cNvPr name="Group 33" id="33"/>
          <p:cNvGrpSpPr/>
          <p:nvPr/>
        </p:nvGrpSpPr>
        <p:grpSpPr>
          <a:xfrm rot="0">
            <a:off x="14031687" y="8846610"/>
            <a:ext cx="269967" cy="269967"/>
            <a:chOff x="0" y="0"/>
            <a:chExt cx="359956" cy="359956"/>
          </a:xfrm>
        </p:grpSpPr>
        <p:sp>
          <p:nvSpPr>
            <p:cNvPr name="Freeform 34" id="34"/>
            <p:cNvSpPr/>
            <p:nvPr/>
          </p:nvSpPr>
          <p:spPr>
            <a:xfrm flipH="false" flipV="false" rot="0">
              <a:off x="0" y="0"/>
              <a:ext cx="359918" cy="359918"/>
            </a:xfrm>
            <a:custGeom>
              <a:avLst/>
              <a:gdLst/>
              <a:ahLst/>
              <a:cxnLst/>
              <a:rect r="r" b="b" t="t" l="l"/>
              <a:pathLst>
                <a:path h="359918" w="359918">
                  <a:moveTo>
                    <a:pt x="0" y="0"/>
                  </a:moveTo>
                  <a:lnTo>
                    <a:pt x="359918" y="0"/>
                  </a:lnTo>
                  <a:lnTo>
                    <a:pt x="359918" y="359918"/>
                  </a:lnTo>
                  <a:lnTo>
                    <a:pt x="0" y="359918"/>
                  </a:lnTo>
                  <a:close/>
                </a:path>
              </a:pathLst>
            </a:custGeom>
            <a:solidFill>
              <a:srgbClr val="2E946B"/>
            </a:solidFill>
          </p:spPr>
        </p:sp>
      </p:grpSp>
      <p:grpSp>
        <p:nvGrpSpPr>
          <p:cNvPr name="Group 35" id="35"/>
          <p:cNvGrpSpPr/>
          <p:nvPr/>
        </p:nvGrpSpPr>
        <p:grpSpPr>
          <a:xfrm rot="0">
            <a:off x="1013936" y="9707880"/>
            <a:ext cx="3214688" cy="289560"/>
            <a:chOff x="0" y="0"/>
            <a:chExt cx="4286250" cy="386080"/>
          </a:xfrm>
        </p:grpSpPr>
        <p:sp>
          <p:nvSpPr>
            <p:cNvPr name="Freeform 36" id="36"/>
            <p:cNvSpPr/>
            <p:nvPr/>
          </p:nvSpPr>
          <p:spPr>
            <a:xfrm flipH="false" flipV="false" rot="0">
              <a:off x="0" y="0"/>
              <a:ext cx="4286250" cy="386080"/>
            </a:xfrm>
            <a:custGeom>
              <a:avLst/>
              <a:gdLst/>
              <a:ahLst/>
              <a:cxnLst/>
              <a:rect r="r" b="b" t="t" l="l"/>
              <a:pathLst>
                <a:path h="386080" w="4286250">
                  <a:moveTo>
                    <a:pt x="0" y="0"/>
                  </a:moveTo>
                  <a:lnTo>
                    <a:pt x="4286250" y="0"/>
                  </a:lnTo>
                  <a:lnTo>
                    <a:pt x="4286250" y="386080"/>
                  </a:lnTo>
                  <a:lnTo>
                    <a:pt x="0" y="386080"/>
                  </a:lnTo>
                  <a:lnTo>
                    <a:pt x="0" y="0"/>
                  </a:lnTo>
                  <a:close/>
                </a:path>
              </a:pathLst>
            </a:custGeom>
            <a:blipFill>
              <a:blip r:embed="rId3"/>
              <a:stretch>
                <a:fillRect l="0" t="-2518486" r="-135857" b="0"/>
              </a:stretch>
            </a:blipFill>
          </p:spPr>
        </p:sp>
      </p:grpSp>
      <p:sp>
        <p:nvSpPr>
          <p:cNvPr name="Freeform 37" id="37"/>
          <p:cNvSpPr/>
          <p:nvPr/>
        </p:nvSpPr>
        <p:spPr>
          <a:xfrm flipH="false" flipV="false" rot="0">
            <a:off x="1182743" y="1658750"/>
            <a:ext cx="6542247" cy="4096116"/>
          </a:xfrm>
          <a:custGeom>
            <a:avLst/>
            <a:gdLst/>
            <a:ahLst/>
            <a:cxnLst/>
            <a:rect r="r" b="b" t="t" l="l"/>
            <a:pathLst>
              <a:path h="4096116" w="6542247">
                <a:moveTo>
                  <a:pt x="0" y="0"/>
                </a:moveTo>
                <a:lnTo>
                  <a:pt x="6542247" y="0"/>
                </a:lnTo>
                <a:lnTo>
                  <a:pt x="6542247" y="4096116"/>
                </a:lnTo>
                <a:lnTo>
                  <a:pt x="0" y="4096116"/>
                </a:lnTo>
                <a:lnTo>
                  <a:pt x="0" y="0"/>
                </a:lnTo>
                <a:close/>
              </a:path>
            </a:pathLst>
          </a:custGeom>
          <a:blipFill>
            <a:blip r:embed="rId4"/>
            <a:stretch>
              <a:fillRect l="0" t="0" r="0" b="0"/>
            </a:stretch>
          </a:blipFill>
        </p:spPr>
      </p:sp>
      <p:sp>
        <p:nvSpPr>
          <p:cNvPr name="Freeform 38" id="38"/>
          <p:cNvSpPr/>
          <p:nvPr/>
        </p:nvSpPr>
        <p:spPr>
          <a:xfrm flipH="false" flipV="false" rot="0">
            <a:off x="7266666" y="731764"/>
            <a:ext cx="7138496" cy="4783198"/>
          </a:xfrm>
          <a:custGeom>
            <a:avLst/>
            <a:gdLst/>
            <a:ahLst/>
            <a:cxnLst/>
            <a:rect r="r" b="b" t="t" l="l"/>
            <a:pathLst>
              <a:path h="4783198" w="7138496">
                <a:moveTo>
                  <a:pt x="0" y="0"/>
                </a:moveTo>
                <a:lnTo>
                  <a:pt x="7138496" y="0"/>
                </a:lnTo>
                <a:lnTo>
                  <a:pt x="7138496" y="4783198"/>
                </a:lnTo>
                <a:lnTo>
                  <a:pt x="0" y="4783198"/>
                </a:lnTo>
                <a:lnTo>
                  <a:pt x="0" y="0"/>
                </a:lnTo>
                <a:close/>
              </a:path>
            </a:pathLst>
          </a:custGeom>
          <a:blipFill>
            <a:blip r:embed="rId5"/>
            <a:stretch>
              <a:fillRect l="0" t="0" r="-7734" b="0"/>
            </a:stretch>
          </a:blipFill>
        </p:spPr>
      </p:sp>
      <p:sp>
        <p:nvSpPr>
          <p:cNvPr name="Freeform 39" id="39"/>
          <p:cNvSpPr/>
          <p:nvPr/>
        </p:nvSpPr>
        <p:spPr>
          <a:xfrm flipH="false" flipV="false" rot="0">
            <a:off x="914818" y="5962236"/>
            <a:ext cx="5937333" cy="4006313"/>
          </a:xfrm>
          <a:custGeom>
            <a:avLst/>
            <a:gdLst/>
            <a:ahLst/>
            <a:cxnLst/>
            <a:rect r="r" b="b" t="t" l="l"/>
            <a:pathLst>
              <a:path h="4006313" w="5937333">
                <a:moveTo>
                  <a:pt x="0" y="0"/>
                </a:moveTo>
                <a:lnTo>
                  <a:pt x="5937333" y="0"/>
                </a:lnTo>
                <a:lnTo>
                  <a:pt x="5937333" y="4006313"/>
                </a:lnTo>
                <a:lnTo>
                  <a:pt x="0" y="4006313"/>
                </a:lnTo>
                <a:lnTo>
                  <a:pt x="0" y="0"/>
                </a:lnTo>
                <a:close/>
              </a:path>
            </a:pathLst>
          </a:custGeom>
          <a:blipFill>
            <a:blip r:embed="rId6"/>
            <a:stretch>
              <a:fillRect l="0" t="0" r="0" b="0"/>
            </a:stretch>
          </a:blipFill>
        </p:spPr>
      </p:sp>
      <p:sp>
        <p:nvSpPr>
          <p:cNvPr name="Freeform 40" id="40"/>
          <p:cNvSpPr/>
          <p:nvPr/>
        </p:nvSpPr>
        <p:spPr>
          <a:xfrm flipH="false" flipV="false" rot="0">
            <a:off x="7352565" y="5754866"/>
            <a:ext cx="6814105" cy="4396981"/>
          </a:xfrm>
          <a:custGeom>
            <a:avLst/>
            <a:gdLst/>
            <a:ahLst/>
            <a:cxnLst/>
            <a:rect r="r" b="b" t="t" l="l"/>
            <a:pathLst>
              <a:path h="4396981" w="6814105">
                <a:moveTo>
                  <a:pt x="0" y="0"/>
                </a:moveTo>
                <a:lnTo>
                  <a:pt x="6814106" y="0"/>
                </a:lnTo>
                <a:lnTo>
                  <a:pt x="6814106" y="4396980"/>
                </a:lnTo>
                <a:lnTo>
                  <a:pt x="0" y="4396980"/>
                </a:lnTo>
                <a:lnTo>
                  <a:pt x="0" y="0"/>
                </a:lnTo>
                <a:close/>
              </a:path>
            </a:pathLst>
          </a:custGeom>
          <a:blipFill>
            <a:blip r:embed="rId7"/>
            <a:stretch>
              <a:fillRect l="0" t="0" r="0" b="0"/>
            </a:stretch>
          </a:blipFill>
        </p:spPr>
      </p:sp>
      <p:sp>
        <p:nvSpPr>
          <p:cNvPr name="TextBox 41" id="41"/>
          <p:cNvSpPr txBox="true"/>
          <p:nvPr/>
        </p:nvSpPr>
        <p:spPr>
          <a:xfrm rot="0">
            <a:off x="1105376" y="582549"/>
            <a:ext cx="4289584" cy="1174109"/>
          </a:xfrm>
          <a:prstGeom prst="rect">
            <a:avLst/>
          </a:prstGeom>
        </p:spPr>
        <p:txBody>
          <a:bodyPr anchor="t" rtlCol="false" tIns="0" lIns="0" bIns="0" rIns="0">
            <a:spAutoFit/>
          </a:bodyPr>
          <a:lstStyle/>
          <a:p>
            <a:pPr algn="l">
              <a:lnSpc>
                <a:spcPts val="8640"/>
              </a:lnSpc>
            </a:pPr>
            <a:r>
              <a:rPr lang="en-US" sz="7200" b="true">
                <a:solidFill>
                  <a:srgbClr val="000000"/>
                </a:solidFill>
                <a:latin typeface="Trebuchet MS Bold"/>
                <a:ea typeface="Trebuchet MS Bold"/>
                <a:cs typeface="Trebuchet MS Bold"/>
                <a:sym typeface="Trebuchet MS Bold"/>
              </a:rPr>
              <a:t>RESULTS </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0">
            <a:off x="9738484" y="5138738"/>
            <a:ext cx="10464870" cy="0"/>
          </a:xfrm>
          <a:prstGeom prst="line">
            <a:avLst/>
          </a:prstGeom>
          <a:ln cap="rnd" w="9525">
            <a:solidFill>
              <a:srgbClr val="5FCBEF"/>
            </a:solidFill>
            <a:prstDash val="solid"/>
            <a:headEnd type="none" len="sm" w="sm"/>
            <a:tailEnd type="none" len="sm" w="sm"/>
          </a:ln>
        </p:spPr>
      </p:sp>
      <p:sp>
        <p:nvSpPr>
          <p:cNvPr name="AutoShape 3" id="3"/>
          <p:cNvSpPr/>
          <p:nvPr/>
        </p:nvSpPr>
        <p:spPr>
          <a:xfrm rot="8776560">
            <a:off x="10406482" y="7899797"/>
            <a:ext cx="8608171" cy="0"/>
          </a:xfrm>
          <a:prstGeom prst="line">
            <a:avLst/>
          </a:prstGeom>
          <a:ln cap="rnd" w="9525">
            <a:solidFill>
              <a:srgbClr val="5FCBEF"/>
            </a:solidFill>
            <a:prstDash val="solid"/>
            <a:headEnd type="none" len="sm" w="sm"/>
            <a:tailEnd type="none" len="sm" w="sm"/>
          </a:ln>
        </p:spPr>
      </p:sp>
      <p:grpSp>
        <p:nvGrpSpPr>
          <p:cNvPr name="Group 4" id="4"/>
          <p:cNvGrpSpPr/>
          <p:nvPr/>
        </p:nvGrpSpPr>
        <p:grpSpPr>
          <a:xfrm rot="0">
            <a:off x="13772217" y="-12697"/>
            <a:ext cx="4511021" cy="10299697"/>
            <a:chOff x="0" y="0"/>
            <a:chExt cx="6014695" cy="13732929"/>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5FCBEF">
                <a:alpha val="12941"/>
              </a:srgbClr>
            </a:solidFill>
          </p:spPr>
        </p:sp>
      </p:grpSp>
      <p:grpSp>
        <p:nvGrpSpPr>
          <p:cNvPr name="Group 6" id="6"/>
          <p:cNvGrpSpPr/>
          <p:nvPr/>
        </p:nvGrpSpPr>
        <p:grpSpPr>
          <a:xfrm rot="0">
            <a:off x="14405162" y="-12697"/>
            <a:ext cx="3882838" cy="10299697"/>
            <a:chOff x="0" y="0"/>
            <a:chExt cx="5177117" cy="13732929"/>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5FCBEF">
                <a:alpha val="3922"/>
              </a:srgbClr>
            </a:solidFill>
          </p:spPr>
        </p:sp>
      </p:grpSp>
      <p:grpSp>
        <p:nvGrpSpPr>
          <p:cNvPr name="Group 8" id="8"/>
          <p:cNvGrpSpPr/>
          <p:nvPr/>
        </p:nvGrpSpPr>
        <p:grpSpPr>
          <a:xfrm rot="0">
            <a:off x="13398503" y="4572000"/>
            <a:ext cx="4889497" cy="5715000"/>
            <a:chOff x="0" y="0"/>
            <a:chExt cx="6519329"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17B0E4">
                <a:alpha val="43529"/>
              </a:srgbClr>
            </a:solidFill>
          </p:spPr>
        </p:sp>
      </p:grpSp>
      <p:grpSp>
        <p:nvGrpSpPr>
          <p:cNvPr name="Group 10" id="10"/>
          <p:cNvGrpSpPr/>
          <p:nvPr/>
        </p:nvGrpSpPr>
        <p:grpSpPr>
          <a:xfrm rot="0">
            <a:off x="14001750" y="-12697"/>
            <a:ext cx="4281488" cy="10299697"/>
            <a:chOff x="0" y="0"/>
            <a:chExt cx="5708650" cy="13732929"/>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17B0E4">
                <a:alpha val="24706"/>
              </a:srgbClr>
            </a:solidFill>
          </p:spPr>
        </p:sp>
      </p:grpSp>
      <p:grpSp>
        <p:nvGrpSpPr>
          <p:cNvPr name="Group 12" id="12"/>
          <p:cNvGrpSpPr/>
          <p:nvPr/>
        </p:nvGrpSpPr>
        <p:grpSpPr>
          <a:xfrm rot="0">
            <a:off x="16348091" y="-12697"/>
            <a:ext cx="1935137" cy="10299697"/>
            <a:chOff x="0" y="0"/>
            <a:chExt cx="2580183" cy="13732929"/>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2E83C3">
                <a:alpha val="48627"/>
              </a:srgbClr>
            </a:solidFill>
          </p:spPr>
        </p:sp>
      </p:grpSp>
      <p:grpSp>
        <p:nvGrpSpPr>
          <p:cNvPr name="Group 14" id="14"/>
          <p:cNvGrpSpPr/>
          <p:nvPr/>
        </p:nvGrpSpPr>
        <p:grpSpPr>
          <a:xfrm rot="0">
            <a:off x="16408498" y="-12697"/>
            <a:ext cx="1874739" cy="10299697"/>
            <a:chOff x="0" y="0"/>
            <a:chExt cx="2499652" cy="13732929"/>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236292">
                <a:alpha val="63922"/>
              </a:srgbClr>
            </a:solidFill>
          </p:spPr>
        </p:sp>
      </p:grpSp>
      <p:grpSp>
        <p:nvGrpSpPr>
          <p:cNvPr name="Group 16" id="16"/>
          <p:cNvGrpSpPr/>
          <p:nvPr/>
        </p:nvGrpSpPr>
        <p:grpSpPr>
          <a:xfrm rot="0">
            <a:off x="15557497" y="5384797"/>
            <a:ext cx="2725741" cy="4902203"/>
            <a:chOff x="0" y="0"/>
            <a:chExt cx="3634321" cy="6536271"/>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17B0E4">
                <a:alpha val="43529"/>
              </a:srgbClr>
            </a:solidFill>
          </p:spPr>
        </p:sp>
      </p:grpSp>
      <p:grpSp>
        <p:nvGrpSpPr>
          <p:cNvPr name="Group 18" id="18"/>
          <p:cNvGrpSpPr/>
          <p:nvPr/>
        </p:nvGrpSpPr>
        <p:grpSpPr>
          <a:xfrm rot="0">
            <a:off x="0" y="6019800"/>
            <a:ext cx="673103" cy="4267200"/>
            <a:chOff x="0" y="0"/>
            <a:chExt cx="897471"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5FCBEF">
                <a:alpha val="48627"/>
              </a:srgbClr>
            </a:solidFill>
          </p:spPr>
        </p:sp>
      </p:grpSp>
      <p:grpSp>
        <p:nvGrpSpPr>
          <p:cNvPr name="Group 20" id="20"/>
          <p:cNvGrpSpPr/>
          <p:nvPr/>
        </p:nvGrpSpPr>
        <p:grpSpPr>
          <a:xfrm rot="0">
            <a:off x="990590" y="9568358"/>
            <a:ext cx="4114800" cy="547688"/>
            <a:chOff x="0" y="0"/>
            <a:chExt cx="5486400" cy="730250"/>
          </a:xfrm>
        </p:grpSpPr>
        <p:sp>
          <p:nvSpPr>
            <p:cNvPr name="Freeform 21" id="21"/>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2">
                <a:alphaModFix amt="0"/>
              </a:blip>
              <a:stretch>
                <a:fillRect l="0" t="-96391" r="0" b="-96391"/>
              </a:stretch>
            </a:blipFill>
          </p:spPr>
        </p:sp>
        <p:sp>
          <p:nvSpPr>
            <p:cNvPr name="TextBox 22" id="22"/>
            <p:cNvSpPr txBox="true"/>
            <p:nvPr/>
          </p:nvSpPr>
          <p:spPr>
            <a:xfrm>
              <a:off x="0" y="-9525"/>
              <a:ext cx="5486400" cy="739775"/>
            </a:xfrm>
            <a:prstGeom prst="rect">
              <a:avLst/>
            </a:prstGeom>
          </p:spPr>
          <p:txBody>
            <a:bodyPr anchor="ctr" rtlCol="false" tIns="0" lIns="0" bIns="0" rIns="0"/>
            <a:lstStyle/>
            <a:p>
              <a:pPr algn="l">
                <a:lnSpc>
                  <a:spcPts val="1980"/>
                </a:lnSpc>
              </a:pPr>
              <a:r>
                <a:rPr lang="en-US" sz="1650">
                  <a:solidFill>
                    <a:srgbClr val="2E83C3"/>
                  </a:solidFill>
                  <a:latin typeface="Trebuchet MS"/>
                  <a:ea typeface="Trebuchet MS"/>
                  <a:cs typeface="Trebuchet MS"/>
                  <a:sym typeface="Trebuchet MS"/>
                </a:rPr>
                <a:t>9/9/2026</a:t>
              </a:r>
            </a:p>
          </p:txBody>
        </p:sp>
      </p:grpSp>
      <p:grpSp>
        <p:nvGrpSpPr>
          <p:cNvPr name="Group 23" id="23"/>
          <p:cNvGrpSpPr/>
          <p:nvPr/>
        </p:nvGrpSpPr>
        <p:grpSpPr>
          <a:xfrm rot="0">
            <a:off x="2168290" y="9568358"/>
            <a:ext cx="6172200" cy="547688"/>
            <a:chOff x="0" y="0"/>
            <a:chExt cx="8229600" cy="730250"/>
          </a:xfrm>
        </p:grpSpPr>
        <p:sp>
          <p:nvSpPr>
            <p:cNvPr name="Freeform 24" id="24"/>
            <p:cNvSpPr/>
            <p:nvPr/>
          </p:nvSpPr>
          <p:spPr>
            <a:xfrm flipH="false" flipV="false" rot="0">
              <a:off x="0" y="0"/>
              <a:ext cx="8229600" cy="730250"/>
            </a:xfrm>
            <a:custGeom>
              <a:avLst/>
              <a:gdLst/>
              <a:ahLst/>
              <a:cxnLst/>
              <a:rect r="r" b="b" t="t" l="l"/>
              <a:pathLst>
                <a:path h="730250" w="8229600">
                  <a:moveTo>
                    <a:pt x="0" y="0"/>
                  </a:moveTo>
                  <a:lnTo>
                    <a:pt x="8229600" y="0"/>
                  </a:lnTo>
                  <a:lnTo>
                    <a:pt x="8229600" y="730250"/>
                  </a:lnTo>
                  <a:lnTo>
                    <a:pt x="0" y="730250"/>
                  </a:lnTo>
                  <a:close/>
                </a:path>
              </a:pathLst>
            </a:custGeom>
            <a:blipFill>
              <a:blip r:embed="rId2">
                <a:alphaModFix amt="0"/>
              </a:blip>
              <a:stretch>
                <a:fillRect l="0" t="-169587" r="0" b="-169587"/>
              </a:stretch>
            </a:blipFill>
          </p:spPr>
        </p:sp>
        <p:sp>
          <p:nvSpPr>
            <p:cNvPr name="TextBox 25" id="25"/>
            <p:cNvSpPr txBox="true"/>
            <p:nvPr/>
          </p:nvSpPr>
          <p:spPr>
            <a:xfrm>
              <a:off x="0" y="-9525"/>
              <a:ext cx="8229600" cy="739775"/>
            </a:xfrm>
            <a:prstGeom prst="rect">
              <a:avLst/>
            </a:prstGeom>
          </p:spPr>
          <p:txBody>
            <a:bodyPr anchor="ctr" rtlCol="false" tIns="0" lIns="0" bIns="0" rIns="0"/>
            <a:lstStyle/>
            <a:p>
              <a:pPr algn="l">
                <a:lnSpc>
                  <a:spcPts val="1980"/>
                </a:lnSpc>
              </a:pPr>
              <a:r>
                <a:rPr lang="en-US" sz="1650" b="true">
                  <a:solidFill>
                    <a:srgbClr val="2E83C3"/>
                  </a:solidFill>
                  <a:latin typeface="Trebuchet MS Bold"/>
                  <a:ea typeface="Trebuchet MS Bold"/>
                  <a:cs typeface="Trebuchet MS Bold"/>
                  <a:sym typeface="Trebuchet MS Bold"/>
                </a:rPr>
                <a:t>Annual Review</a:t>
              </a:r>
            </a:p>
          </p:txBody>
        </p:sp>
      </p:grpSp>
      <p:grpSp>
        <p:nvGrpSpPr>
          <p:cNvPr name="Group 26" id="26"/>
          <p:cNvGrpSpPr/>
          <p:nvPr/>
        </p:nvGrpSpPr>
        <p:grpSpPr>
          <a:xfrm rot="0">
            <a:off x="13208003" y="9568358"/>
            <a:ext cx="4114800" cy="547688"/>
            <a:chOff x="0" y="0"/>
            <a:chExt cx="5486400" cy="730250"/>
          </a:xfrm>
        </p:grpSpPr>
        <p:sp>
          <p:nvSpPr>
            <p:cNvPr name="Freeform 27" id="27"/>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2">
                <a:alphaModFix amt="0"/>
              </a:blip>
              <a:stretch>
                <a:fillRect l="0" t="-96391" r="0" b="-96391"/>
              </a:stretch>
            </a:blipFill>
          </p:spPr>
        </p:sp>
        <p:sp>
          <p:nvSpPr>
            <p:cNvPr name="TextBox 28" id="28"/>
            <p:cNvSpPr txBox="true"/>
            <p:nvPr/>
          </p:nvSpPr>
          <p:spPr>
            <a:xfrm>
              <a:off x="0" y="-9525"/>
              <a:ext cx="5486400" cy="739775"/>
            </a:xfrm>
            <a:prstGeom prst="rect">
              <a:avLst/>
            </a:prstGeom>
          </p:spPr>
          <p:txBody>
            <a:bodyPr anchor="ctr" rtlCol="false" tIns="0" lIns="0" bIns="0" rIns="0"/>
            <a:lstStyle/>
            <a:p>
              <a:pPr algn="r">
                <a:lnSpc>
                  <a:spcPts val="1980"/>
                </a:lnSpc>
              </a:pPr>
              <a:r>
                <a:rPr lang="en-US" sz="1650">
                  <a:solidFill>
                    <a:srgbClr val="2E946B"/>
                  </a:solidFill>
                  <a:latin typeface="Trebuchet MS"/>
                  <a:ea typeface="Trebuchet MS"/>
                  <a:cs typeface="Trebuchet MS"/>
                  <a:sym typeface="Trebuchet MS"/>
                </a:rPr>
                <a:t>‹#›</a:t>
              </a:r>
            </a:p>
          </p:txBody>
        </p:sp>
      </p:grpSp>
      <p:grpSp>
        <p:nvGrpSpPr>
          <p:cNvPr name="Group 29" id="29"/>
          <p:cNvGrpSpPr/>
          <p:nvPr/>
        </p:nvGrpSpPr>
        <p:grpSpPr>
          <a:xfrm rot="0">
            <a:off x="14031687" y="8045977"/>
            <a:ext cx="685800" cy="685800"/>
            <a:chOff x="0" y="0"/>
            <a:chExt cx="914400" cy="914400"/>
          </a:xfrm>
        </p:grpSpPr>
        <p:sp>
          <p:nvSpPr>
            <p:cNvPr name="Freeform 30" id="30"/>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solidFill>
              <a:srgbClr val="42B051"/>
            </a:solidFill>
          </p:spPr>
        </p:sp>
      </p:grpSp>
      <p:grpSp>
        <p:nvGrpSpPr>
          <p:cNvPr name="Group 31" id="31"/>
          <p:cNvGrpSpPr/>
          <p:nvPr/>
        </p:nvGrpSpPr>
        <p:grpSpPr>
          <a:xfrm rot="0">
            <a:off x="14717487" y="1179128"/>
            <a:ext cx="479622" cy="479622"/>
            <a:chOff x="0" y="0"/>
            <a:chExt cx="639496" cy="639496"/>
          </a:xfrm>
        </p:grpSpPr>
        <p:sp>
          <p:nvSpPr>
            <p:cNvPr name="Freeform 32" id="32"/>
            <p:cNvSpPr/>
            <p:nvPr/>
          </p:nvSpPr>
          <p:spPr>
            <a:xfrm flipH="false" flipV="false" rot="0">
              <a:off x="0" y="0"/>
              <a:ext cx="639445" cy="639445"/>
            </a:xfrm>
            <a:custGeom>
              <a:avLst/>
              <a:gdLst/>
              <a:ahLst/>
              <a:cxnLst/>
              <a:rect r="r" b="b" t="t" l="l"/>
              <a:pathLst>
                <a:path h="639445" w="639445">
                  <a:moveTo>
                    <a:pt x="0" y="0"/>
                  </a:moveTo>
                  <a:lnTo>
                    <a:pt x="639445" y="0"/>
                  </a:lnTo>
                  <a:lnTo>
                    <a:pt x="639445" y="639445"/>
                  </a:lnTo>
                  <a:lnTo>
                    <a:pt x="0" y="639445"/>
                  </a:lnTo>
                  <a:close/>
                </a:path>
              </a:pathLst>
            </a:custGeom>
            <a:solidFill>
              <a:srgbClr val="2E83C3"/>
            </a:solidFill>
          </p:spPr>
        </p:sp>
      </p:grpSp>
      <p:grpSp>
        <p:nvGrpSpPr>
          <p:cNvPr name="Group 33" id="33"/>
          <p:cNvGrpSpPr/>
          <p:nvPr/>
        </p:nvGrpSpPr>
        <p:grpSpPr>
          <a:xfrm rot="0">
            <a:off x="14031687" y="8846610"/>
            <a:ext cx="269967" cy="269967"/>
            <a:chOff x="0" y="0"/>
            <a:chExt cx="359956" cy="359956"/>
          </a:xfrm>
        </p:grpSpPr>
        <p:sp>
          <p:nvSpPr>
            <p:cNvPr name="Freeform 34" id="34"/>
            <p:cNvSpPr/>
            <p:nvPr/>
          </p:nvSpPr>
          <p:spPr>
            <a:xfrm flipH="false" flipV="false" rot="0">
              <a:off x="0" y="0"/>
              <a:ext cx="359918" cy="359918"/>
            </a:xfrm>
            <a:custGeom>
              <a:avLst/>
              <a:gdLst/>
              <a:ahLst/>
              <a:cxnLst/>
              <a:rect r="r" b="b" t="t" l="l"/>
              <a:pathLst>
                <a:path h="359918" w="359918">
                  <a:moveTo>
                    <a:pt x="0" y="0"/>
                  </a:moveTo>
                  <a:lnTo>
                    <a:pt x="359918" y="0"/>
                  </a:lnTo>
                  <a:lnTo>
                    <a:pt x="359918" y="359918"/>
                  </a:lnTo>
                  <a:lnTo>
                    <a:pt x="0" y="359918"/>
                  </a:lnTo>
                  <a:close/>
                </a:path>
              </a:pathLst>
            </a:custGeom>
            <a:solidFill>
              <a:srgbClr val="2E946B"/>
            </a:solidFill>
          </p:spPr>
        </p:sp>
      </p:grpSp>
      <p:grpSp>
        <p:nvGrpSpPr>
          <p:cNvPr name="Group 35" id="35"/>
          <p:cNvGrpSpPr/>
          <p:nvPr/>
        </p:nvGrpSpPr>
        <p:grpSpPr>
          <a:xfrm rot="0">
            <a:off x="1013936" y="9707880"/>
            <a:ext cx="3214688" cy="289560"/>
            <a:chOff x="0" y="0"/>
            <a:chExt cx="4286250" cy="386080"/>
          </a:xfrm>
        </p:grpSpPr>
        <p:sp>
          <p:nvSpPr>
            <p:cNvPr name="Freeform 36" id="36"/>
            <p:cNvSpPr/>
            <p:nvPr/>
          </p:nvSpPr>
          <p:spPr>
            <a:xfrm flipH="false" flipV="false" rot="0">
              <a:off x="0" y="0"/>
              <a:ext cx="4286250" cy="386080"/>
            </a:xfrm>
            <a:custGeom>
              <a:avLst/>
              <a:gdLst/>
              <a:ahLst/>
              <a:cxnLst/>
              <a:rect r="r" b="b" t="t" l="l"/>
              <a:pathLst>
                <a:path h="386080" w="4286250">
                  <a:moveTo>
                    <a:pt x="0" y="0"/>
                  </a:moveTo>
                  <a:lnTo>
                    <a:pt x="4286250" y="0"/>
                  </a:lnTo>
                  <a:lnTo>
                    <a:pt x="4286250" y="386080"/>
                  </a:lnTo>
                  <a:lnTo>
                    <a:pt x="0" y="386080"/>
                  </a:lnTo>
                  <a:lnTo>
                    <a:pt x="0" y="0"/>
                  </a:lnTo>
                  <a:close/>
                </a:path>
              </a:pathLst>
            </a:custGeom>
            <a:blipFill>
              <a:blip r:embed="rId3"/>
              <a:stretch>
                <a:fillRect l="0" t="-2518486" r="-135857" b="0"/>
              </a:stretch>
            </a:blipFill>
          </p:spPr>
        </p:sp>
      </p:grpSp>
      <p:sp>
        <p:nvSpPr>
          <p:cNvPr name="Freeform 37" id="37"/>
          <p:cNvSpPr/>
          <p:nvPr/>
        </p:nvSpPr>
        <p:spPr>
          <a:xfrm flipH="false" flipV="false" rot="0">
            <a:off x="1417225" y="1226368"/>
            <a:ext cx="7820448" cy="4600861"/>
          </a:xfrm>
          <a:custGeom>
            <a:avLst/>
            <a:gdLst/>
            <a:ahLst/>
            <a:cxnLst/>
            <a:rect r="r" b="b" t="t" l="l"/>
            <a:pathLst>
              <a:path h="4600861" w="7820448">
                <a:moveTo>
                  <a:pt x="0" y="0"/>
                </a:moveTo>
                <a:lnTo>
                  <a:pt x="7820448" y="0"/>
                </a:lnTo>
                <a:lnTo>
                  <a:pt x="7820448" y="4600861"/>
                </a:lnTo>
                <a:lnTo>
                  <a:pt x="0" y="4600861"/>
                </a:lnTo>
                <a:lnTo>
                  <a:pt x="0" y="0"/>
                </a:lnTo>
                <a:close/>
              </a:path>
            </a:pathLst>
          </a:custGeom>
          <a:blipFill>
            <a:blip r:embed="rId4"/>
            <a:stretch>
              <a:fillRect l="0" t="0" r="0" b="0"/>
            </a:stretch>
          </a:blipFill>
        </p:spPr>
      </p:sp>
      <p:sp>
        <p:nvSpPr>
          <p:cNvPr name="Freeform 38" id="38"/>
          <p:cNvSpPr/>
          <p:nvPr/>
        </p:nvSpPr>
        <p:spPr>
          <a:xfrm flipH="false" flipV="false" rot="0">
            <a:off x="9522490" y="601599"/>
            <a:ext cx="8499454" cy="4910914"/>
          </a:xfrm>
          <a:custGeom>
            <a:avLst/>
            <a:gdLst/>
            <a:ahLst/>
            <a:cxnLst/>
            <a:rect r="r" b="b" t="t" l="l"/>
            <a:pathLst>
              <a:path h="4910914" w="8499454">
                <a:moveTo>
                  <a:pt x="0" y="0"/>
                </a:moveTo>
                <a:lnTo>
                  <a:pt x="8499454" y="0"/>
                </a:lnTo>
                <a:lnTo>
                  <a:pt x="8499454" y="4910914"/>
                </a:lnTo>
                <a:lnTo>
                  <a:pt x="0" y="4910914"/>
                </a:lnTo>
                <a:lnTo>
                  <a:pt x="0" y="0"/>
                </a:lnTo>
                <a:close/>
              </a:path>
            </a:pathLst>
          </a:custGeom>
          <a:blipFill>
            <a:blip r:embed="rId5"/>
            <a:stretch>
              <a:fillRect l="0" t="-844" r="0" b="-844"/>
            </a:stretch>
          </a:blipFill>
        </p:spPr>
      </p:sp>
      <p:sp>
        <p:nvSpPr>
          <p:cNvPr name="Freeform 39" id="39"/>
          <p:cNvSpPr/>
          <p:nvPr/>
        </p:nvSpPr>
        <p:spPr>
          <a:xfrm flipH="false" flipV="false" rot="0">
            <a:off x="1807068" y="5923514"/>
            <a:ext cx="7138197" cy="4459771"/>
          </a:xfrm>
          <a:custGeom>
            <a:avLst/>
            <a:gdLst/>
            <a:ahLst/>
            <a:cxnLst/>
            <a:rect r="r" b="b" t="t" l="l"/>
            <a:pathLst>
              <a:path h="4459771" w="7138197">
                <a:moveTo>
                  <a:pt x="0" y="0"/>
                </a:moveTo>
                <a:lnTo>
                  <a:pt x="7138197" y="0"/>
                </a:lnTo>
                <a:lnTo>
                  <a:pt x="7138197" y="4459772"/>
                </a:lnTo>
                <a:lnTo>
                  <a:pt x="0" y="4459772"/>
                </a:lnTo>
                <a:lnTo>
                  <a:pt x="0" y="0"/>
                </a:lnTo>
                <a:close/>
              </a:path>
            </a:pathLst>
          </a:custGeom>
          <a:blipFill>
            <a:blip r:embed="rId6"/>
            <a:stretch>
              <a:fillRect l="0" t="0" r="0" b="0"/>
            </a:stretch>
          </a:blipFill>
        </p:spPr>
      </p:sp>
      <p:sp>
        <p:nvSpPr>
          <p:cNvPr name="TextBox 40" id="40"/>
          <p:cNvSpPr txBox="true"/>
          <p:nvPr/>
        </p:nvSpPr>
        <p:spPr>
          <a:xfrm rot="0">
            <a:off x="1105376" y="582549"/>
            <a:ext cx="4289584" cy="1174109"/>
          </a:xfrm>
          <a:prstGeom prst="rect">
            <a:avLst/>
          </a:prstGeom>
        </p:spPr>
        <p:txBody>
          <a:bodyPr anchor="t" rtlCol="false" tIns="0" lIns="0" bIns="0" rIns="0">
            <a:spAutoFit/>
          </a:bodyPr>
          <a:lstStyle/>
          <a:p>
            <a:pPr algn="l">
              <a:lnSpc>
                <a:spcPts val="8640"/>
              </a:lnSpc>
            </a:pPr>
            <a:r>
              <a:rPr lang="en-US" sz="7200" b="true">
                <a:solidFill>
                  <a:srgbClr val="000000"/>
                </a:solidFill>
                <a:latin typeface="Trebuchet MS Bold"/>
                <a:ea typeface="Trebuchet MS Bold"/>
                <a:cs typeface="Trebuchet MS Bold"/>
                <a:sym typeface="Trebuchet MS Bold"/>
              </a:rPr>
              <a:t>RESULTS </a:t>
            </a:r>
          </a:p>
        </p:txBody>
      </p:sp>
      <p:sp>
        <p:nvSpPr>
          <p:cNvPr name="Freeform 41" id="41"/>
          <p:cNvSpPr/>
          <p:nvPr/>
        </p:nvSpPr>
        <p:spPr>
          <a:xfrm flipH="false" flipV="false" rot="0">
            <a:off x="9174667" y="5791629"/>
            <a:ext cx="6717802" cy="4495371"/>
          </a:xfrm>
          <a:custGeom>
            <a:avLst/>
            <a:gdLst/>
            <a:ahLst/>
            <a:cxnLst/>
            <a:rect r="r" b="b" t="t" l="l"/>
            <a:pathLst>
              <a:path h="4495371" w="6717802">
                <a:moveTo>
                  <a:pt x="0" y="0"/>
                </a:moveTo>
                <a:lnTo>
                  <a:pt x="6717802" y="0"/>
                </a:lnTo>
                <a:lnTo>
                  <a:pt x="6717802" y="4495371"/>
                </a:lnTo>
                <a:lnTo>
                  <a:pt x="0" y="4495371"/>
                </a:lnTo>
                <a:lnTo>
                  <a:pt x="0" y="0"/>
                </a:lnTo>
                <a:close/>
              </a:path>
            </a:pathLst>
          </a:custGeom>
          <a:blipFill>
            <a:blip r:embed="rId7"/>
            <a:stretch>
              <a:fillRect l="0" t="0" r="0" b="0"/>
            </a:stretch>
          </a:blipFill>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0">
            <a:off x="9738484" y="5138738"/>
            <a:ext cx="10464870" cy="0"/>
          </a:xfrm>
          <a:prstGeom prst="line">
            <a:avLst/>
          </a:prstGeom>
          <a:ln cap="rnd" w="9525">
            <a:solidFill>
              <a:srgbClr val="5FCBEF"/>
            </a:solidFill>
            <a:prstDash val="solid"/>
            <a:headEnd type="none" len="sm" w="sm"/>
            <a:tailEnd type="none" len="sm" w="sm"/>
          </a:ln>
        </p:spPr>
      </p:sp>
      <p:sp>
        <p:nvSpPr>
          <p:cNvPr name="AutoShape 3" id="3"/>
          <p:cNvSpPr/>
          <p:nvPr/>
        </p:nvSpPr>
        <p:spPr>
          <a:xfrm rot="8776560">
            <a:off x="10406482" y="7899797"/>
            <a:ext cx="8608171" cy="0"/>
          </a:xfrm>
          <a:prstGeom prst="line">
            <a:avLst/>
          </a:prstGeom>
          <a:ln cap="rnd" w="9525">
            <a:solidFill>
              <a:srgbClr val="5FCBEF"/>
            </a:solidFill>
            <a:prstDash val="solid"/>
            <a:headEnd type="none" len="sm" w="sm"/>
            <a:tailEnd type="none" len="sm" w="sm"/>
          </a:ln>
        </p:spPr>
      </p:sp>
      <p:grpSp>
        <p:nvGrpSpPr>
          <p:cNvPr name="Group 4" id="4"/>
          <p:cNvGrpSpPr/>
          <p:nvPr/>
        </p:nvGrpSpPr>
        <p:grpSpPr>
          <a:xfrm rot="0">
            <a:off x="13772217" y="-12697"/>
            <a:ext cx="4511021" cy="10299697"/>
            <a:chOff x="0" y="0"/>
            <a:chExt cx="6014695" cy="13732929"/>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5FCBEF">
                <a:alpha val="12941"/>
              </a:srgbClr>
            </a:solidFill>
          </p:spPr>
        </p:sp>
      </p:grpSp>
      <p:grpSp>
        <p:nvGrpSpPr>
          <p:cNvPr name="Group 6" id="6"/>
          <p:cNvGrpSpPr/>
          <p:nvPr/>
        </p:nvGrpSpPr>
        <p:grpSpPr>
          <a:xfrm rot="0">
            <a:off x="14405162" y="-12697"/>
            <a:ext cx="3882838" cy="10299697"/>
            <a:chOff x="0" y="0"/>
            <a:chExt cx="5177117" cy="13732929"/>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5FCBEF">
                <a:alpha val="3922"/>
              </a:srgbClr>
            </a:solidFill>
          </p:spPr>
        </p:sp>
      </p:grpSp>
      <p:grpSp>
        <p:nvGrpSpPr>
          <p:cNvPr name="Group 8" id="8"/>
          <p:cNvGrpSpPr/>
          <p:nvPr/>
        </p:nvGrpSpPr>
        <p:grpSpPr>
          <a:xfrm rot="0">
            <a:off x="13398503" y="4572000"/>
            <a:ext cx="4889497" cy="5715000"/>
            <a:chOff x="0" y="0"/>
            <a:chExt cx="6519329"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17B0E4">
                <a:alpha val="43529"/>
              </a:srgbClr>
            </a:solidFill>
          </p:spPr>
        </p:sp>
      </p:grpSp>
      <p:grpSp>
        <p:nvGrpSpPr>
          <p:cNvPr name="Group 10" id="10"/>
          <p:cNvGrpSpPr/>
          <p:nvPr/>
        </p:nvGrpSpPr>
        <p:grpSpPr>
          <a:xfrm rot="0">
            <a:off x="14001750" y="-12697"/>
            <a:ext cx="4281488" cy="10299697"/>
            <a:chOff x="0" y="0"/>
            <a:chExt cx="5708650" cy="13732929"/>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17B0E4">
                <a:alpha val="24706"/>
              </a:srgbClr>
            </a:solidFill>
          </p:spPr>
        </p:sp>
      </p:grpSp>
      <p:grpSp>
        <p:nvGrpSpPr>
          <p:cNvPr name="Group 12" id="12"/>
          <p:cNvGrpSpPr/>
          <p:nvPr/>
        </p:nvGrpSpPr>
        <p:grpSpPr>
          <a:xfrm rot="0">
            <a:off x="16348091" y="-12697"/>
            <a:ext cx="1935137" cy="10299697"/>
            <a:chOff x="0" y="0"/>
            <a:chExt cx="2580183" cy="13732929"/>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2E83C3">
                <a:alpha val="48627"/>
              </a:srgbClr>
            </a:solidFill>
          </p:spPr>
        </p:sp>
      </p:grpSp>
      <p:grpSp>
        <p:nvGrpSpPr>
          <p:cNvPr name="Group 14" id="14"/>
          <p:cNvGrpSpPr/>
          <p:nvPr/>
        </p:nvGrpSpPr>
        <p:grpSpPr>
          <a:xfrm rot="0">
            <a:off x="16408498" y="-12697"/>
            <a:ext cx="1874739" cy="10299697"/>
            <a:chOff x="0" y="0"/>
            <a:chExt cx="2499652" cy="13732929"/>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236292">
                <a:alpha val="63922"/>
              </a:srgbClr>
            </a:solidFill>
          </p:spPr>
        </p:sp>
      </p:grpSp>
      <p:grpSp>
        <p:nvGrpSpPr>
          <p:cNvPr name="Group 16" id="16"/>
          <p:cNvGrpSpPr/>
          <p:nvPr/>
        </p:nvGrpSpPr>
        <p:grpSpPr>
          <a:xfrm rot="0">
            <a:off x="15557497" y="5384797"/>
            <a:ext cx="2725741" cy="4902203"/>
            <a:chOff x="0" y="0"/>
            <a:chExt cx="3634321" cy="6536271"/>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17B0E4">
                <a:alpha val="43529"/>
              </a:srgbClr>
            </a:solidFill>
          </p:spPr>
        </p:sp>
      </p:grpSp>
      <p:grpSp>
        <p:nvGrpSpPr>
          <p:cNvPr name="Group 18" id="18"/>
          <p:cNvGrpSpPr/>
          <p:nvPr/>
        </p:nvGrpSpPr>
        <p:grpSpPr>
          <a:xfrm rot="0">
            <a:off x="0" y="6019800"/>
            <a:ext cx="673103" cy="4267200"/>
            <a:chOff x="0" y="0"/>
            <a:chExt cx="897471"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5FCBEF">
                <a:alpha val="48627"/>
              </a:srgbClr>
            </a:solidFill>
          </p:spPr>
        </p:sp>
      </p:grpSp>
      <p:grpSp>
        <p:nvGrpSpPr>
          <p:cNvPr name="Group 20" id="20"/>
          <p:cNvGrpSpPr/>
          <p:nvPr/>
        </p:nvGrpSpPr>
        <p:grpSpPr>
          <a:xfrm rot="0">
            <a:off x="990590" y="9568358"/>
            <a:ext cx="4114800" cy="547688"/>
            <a:chOff x="0" y="0"/>
            <a:chExt cx="5486400" cy="730250"/>
          </a:xfrm>
        </p:grpSpPr>
        <p:sp>
          <p:nvSpPr>
            <p:cNvPr name="Freeform 21" id="21"/>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2">
                <a:alphaModFix amt="0"/>
              </a:blip>
              <a:stretch>
                <a:fillRect l="0" t="-96391" r="0" b="-96391"/>
              </a:stretch>
            </a:blipFill>
          </p:spPr>
        </p:sp>
        <p:sp>
          <p:nvSpPr>
            <p:cNvPr name="TextBox 22" id="22"/>
            <p:cNvSpPr txBox="true"/>
            <p:nvPr/>
          </p:nvSpPr>
          <p:spPr>
            <a:xfrm>
              <a:off x="0" y="-9525"/>
              <a:ext cx="5486400" cy="739775"/>
            </a:xfrm>
            <a:prstGeom prst="rect">
              <a:avLst/>
            </a:prstGeom>
          </p:spPr>
          <p:txBody>
            <a:bodyPr anchor="ctr" rtlCol="false" tIns="0" lIns="0" bIns="0" rIns="0"/>
            <a:lstStyle/>
            <a:p>
              <a:pPr algn="l">
                <a:lnSpc>
                  <a:spcPts val="1980"/>
                </a:lnSpc>
              </a:pPr>
              <a:r>
                <a:rPr lang="en-US" sz="1650">
                  <a:solidFill>
                    <a:srgbClr val="2E83C3"/>
                  </a:solidFill>
                  <a:latin typeface="Trebuchet MS"/>
                  <a:ea typeface="Trebuchet MS"/>
                  <a:cs typeface="Trebuchet MS"/>
                  <a:sym typeface="Trebuchet MS"/>
                </a:rPr>
                <a:t>9/9/2026</a:t>
              </a:r>
            </a:p>
          </p:txBody>
        </p:sp>
      </p:grpSp>
      <p:grpSp>
        <p:nvGrpSpPr>
          <p:cNvPr name="Group 23" id="23"/>
          <p:cNvGrpSpPr/>
          <p:nvPr/>
        </p:nvGrpSpPr>
        <p:grpSpPr>
          <a:xfrm rot="0">
            <a:off x="2168290" y="9568358"/>
            <a:ext cx="6172200" cy="547688"/>
            <a:chOff x="0" y="0"/>
            <a:chExt cx="8229600" cy="730250"/>
          </a:xfrm>
        </p:grpSpPr>
        <p:sp>
          <p:nvSpPr>
            <p:cNvPr name="Freeform 24" id="24"/>
            <p:cNvSpPr/>
            <p:nvPr/>
          </p:nvSpPr>
          <p:spPr>
            <a:xfrm flipH="false" flipV="false" rot="0">
              <a:off x="0" y="0"/>
              <a:ext cx="8229600" cy="730250"/>
            </a:xfrm>
            <a:custGeom>
              <a:avLst/>
              <a:gdLst/>
              <a:ahLst/>
              <a:cxnLst/>
              <a:rect r="r" b="b" t="t" l="l"/>
              <a:pathLst>
                <a:path h="730250" w="8229600">
                  <a:moveTo>
                    <a:pt x="0" y="0"/>
                  </a:moveTo>
                  <a:lnTo>
                    <a:pt x="8229600" y="0"/>
                  </a:lnTo>
                  <a:lnTo>
                    <a:pt x="8229600" y="730250"/>
                  </a:lnTo>
                  <a:lnTo>
                    <a:pt x="0" y="730250"/>
                  </a:lnTo>
                  <a:close/>
                </a:path>
              </a:pathLst>
            </a:custGeom>
            <a:blipFill>
              <a:blip r:embed="rId2">
                <a:alphaModFix amt="0"/>
              </a:blip>
              <a:stretch>
                <a:fillRect l="0" t="-169587" r="0" b="-169587"/>
              </a:stretch>
            </a:blipFill>
          </p:spPr>
        </p:sp>
        <p:sp>
          <p:nvSpPr>
            <p:cNvPr name="TextBox 25" id="25"/>
            <p:cNvSpPr txBox="true"/>
            <p:nvPr/>
          </p:nvSpPr>
          <p:spPr>
            <a:xfrm>
              <a:off x="0" y="-9525"/>
              <a:ext cx="8229600" cy="739775"/>
            </a:xfrm>
            <a:prstGeom prst="rect">
              <a:avLst/>
            </a:prstGeom>
          </p:spPr>
          <p:txBody>
            <a:bodyPr anchor="ctr" rtlCol="false" tIns="0" lIns="0" bIns="0" rIns="0"/>
            <a:lstStyle/>
            <a:p>
              <a:pPr algn="l">
                <a:lnSpc>
                  <a:spcPts val="1980"/>
                </a:lnSpc>
              </a:pPr>
              <a:r>
                <a:rPr lang="en-US" sz="1650" b="true">
                  <a:solidFill>
                    <a:srgbClr val="2E83C3"/>
                  </a:solidFill>
                  <a:latin typeface="Trebuchet MS Bold"/>
                  <a:ea typeface="Trebuchet MS Bold"/>
                  <a:cs typeface="Trebuchet MS Bold"/>
                  <a:sym typeface="Trebuchet MS Bold"/>
                </a:rPr>
                <a:t>Annual Review</a:t>
              </a:r>
            </a:p>
          </p:txBody>
        </p:sp>
      </p:grpSp>
      <p:grpSp>
        <p:nvGrpSpPr>
          <p:cNvPr name="Group 26" id="26"/>
          <p:cNvGrpSpPr/>
          <p:nvPr/>
        </p:nvGrpSpPr>
        <p:grpSpPr>
          <a:xfrm rot="0">
            <a:off x="13208003" y="9568358"/>
            <a:ext cx="4114800" cy="547688"/>
            <a:chOff x="0" y="0"/>
            <a:chExt cx="5486400" cy="730250"/>
          </a:xfrm>
        </p:grpSpPr>
        <p:sp>
          <p:nvSpPr>
            <p:cNvPr name="Freeform 27" id="27"/>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2">
                <a:alphaModFix amt="0"/>
              </a:blip>
              <a:stretch>
                <a:fillRect l="0" t="-96391" r="0" b="-96391"/>
              </a:stretch>
            </a:blipFill>
          </p:spPr>
        </p:sp>
        <p:sp>
          <p:nvSpPr>
            <p:cNvPr name="TextBox 28" id="28"/>
            <p:cNvSpPr txBox="true"/>
            <p:nvPr/>
          </p:nvSpPr>
          <p:spPr>
            <a:xfrm>
              <a:off x="0" y="-9525"/>
              <a:ext cx="5486400" cy="739775"/>
            </a:xfrm>
            <a:prstGeom prst="rect">
              <a:avLst/>
            </a:prstGeom>
          </p:spPr>
          <p:txBody>
            <a:bodyPr anchor="ctr" rtlCol="false" tIns="0" lIns="0" bIns="0" rIns="0"/>
            <a:lstStyle/>
            <a:p>
              <a:pPr algn="r">
                <a:lnSpc>
                  <a:spcPts val="1980"/>
                </a:lnSpc>
              </a:pPr>
              <a:r>
                <a:rPr lang="en-US" sz="1650">
                  <a:solidFill>
                    <a:srgbClr val="2E946B"/>
                  </a:solidFill>
                  <a:latin typeface="Trebuchet MS"/>
                  <a:ea typeface="Trebuchet MS"/>
                  <a:cs typeface="Trebuchet MS"/>
                  <a:sym typeface="Trebuchet MS"/>
                </a:rPr>
                <a:t>‹#›</a:t>
              </a:r>
            </a:p>
          </p:txBody>
        </p:sp>
      </p:grpSp>
      <p:grpSp>
        <p:nvGrpSpPr>
          <p:cNvPr name="Group 29" id="29"/>
          <p:cNvGrpSpPr/>
          <p:nvPr/>
        </p:nvGrpSpPr>
        <p:grpSpPr>
          <a:xfrm rot="0">
            <a:off x="14031687" y="8045977"/>
            <a:ext cx="685800" cy="685800"/>
            <a:chOff x="0" y="0"/>
            <a:chExt cx="914400" cy="914400"/>
          </a:xfrm>
        </p:grpSpPr>
        <p:sp>
          <p:nvSpPr>
            <p:cNvPr name="Freeform 30" id="30"/>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solidFill>
              <a:srgbClr val="42B051"/>
            </a:solidFill>
          </p:spPr>
        </p:sp>
      </p:grpSp>
      <p:grpSp>
        <p:nvGrpSpPr>
          <p:cNvPr name="Group 31" id="31"/>
          <p:cNvGrpSpPr/>
          <p:nvPr/>
        </p:nvGrpSpPr>
        <p:grpSpPr>
          <a:xfrm rot="0">
            <a:off x="15025592" y="1516847"/>
            <a:ext cx="479622" cy="479622"/>
            <a:chOff x="0" y="0"/>
            <a:chExt cx="639496" cy="639496"/>
          </a:xfrm>
        </p:grpSpPr>
        <p:sp>
          <p:nvSpPr>
            <p:cNvPr name="Freeform 32" id="32"/>
            <p:cNvSpPr/>
            <p:nvPr/>
          </p:nvSpPr>
          <p:spPr>
            <a:xfrm flipH="false" flipV="false" rot="0">
              <a:off x="0" y="0"/>
              <a:ext cx="639445" cy="639445"/>
            </a:xfrm>
            <a:custGeom>
              <a:avLst/>
              <a:gdLst/>
              <a:ahLst/>
              <a:cxnLst/>
              <a:rect r="r" b="b" t="t" l="l"/>
              <a:pathLst>
                <a:path h="639445" w="639445">
                  <a:moveTo>
                    <a:pt x="0" y="0"/>
                  </a:moveTo>
                  <a:lnTo>
                    <a:pt x="639445" y="0"/>
                  </a:lnTo>
                  <a:lnTo>
                    <a:pt x="639445" y="639445"/>
                  </a:lnTo>
                  <a:lnTo>
                    <a:pt x="0" y="639445"/>
                  </a:lnTo>
                  <a:close/>
                </a:path>
              </a:pathLst>
            </a:custGeom>
            <a:solidFill>
              <a:srgbClr val="2E83C3"/>
            </a:solidFill>
          </p:spPr>
        </p:sp>
      </p:grpSp>
      <p:grpSp>
        <p:nvGrpSpPr>
          <p:cNvPr name="Group 33" id="33"/>
          <p:cNvGrpSpPr/>
          <p:nvPr/>
        </p:nvGrpSpPr>
        <p:grpSpPr>
          <a:xfrm rot="0">
            <a:off x="14031687" y="8846610"/>
            <a:ext cx="269967" cy="269967"/>
            <a:chOff x="0" y="0"/>
            <a:chExt cx="359956" cy="359956"/>
          </a:xfrm>
        </p:grpSpPr>
        <p:sp>
          <p:nvSpPr>
            <p:cNvPr name="Freeform 34" id="34"/>
            <p:cNvSpPr/>
            <p:nvPr/>
          </p:nvSpPr>
          <p:spPr>
            <a:xfrm flipH="false" flipV="false" rot="0">
              <a:off x="0" y="0"/>
              <a:ext cx="359918" cy="359918"/>
            </a:xfrm>
            <a:custGeom>
              <a:avLst/>
              <a:gdLst/>
              <a:ahLst/>
              <a:cxnLst/>
              <a:rect r="r" b="b" t="t" l="l"/>
              <a:pathLst>
                <a:path h="359918" w="359918">
                  <a:moveTo>
                    <a:pt x="0" y="0"/>
                  </a:moveTo>
                  <a:lnTo>
                    <a:pt x="359918" y="0"/>
                  </a:lnTo>
                  <a:lnTo>
                    <a:pt x="359918" y="359918"/>
                  </a:lnTo>
                  <a:lnTo>
                    <a:pt x="0" y="359918"/>
                  </a:lnTo>
                  <a:close/>
                </a:path>
              </a:pathLst>
            </a:custGeom>
            <a:solidFill>
              <a:srgbClr val="2E946B"/>
            </a:solidFill>
          </p:spPr>
        </p:sp>
      </p:grpSp>
      <p:grpSp>
        <p:nvGrpSpPr>
          <p:cNvPr name="Group 35" id="35"/>
          <p:cNvGrpSpPr/>
          <p:nvPr/>
        </p:nvGrpSpPr>
        <p:grpSpPr>
          <a:xfrm rot="0">
            <a:off x="1013936" y="9707880"/>
            <a:ext cx="3214688" cy="289560"/>
            <a:chOff x="0" y="0"/>
            <a:chExt cx="4286250" cy="386080"/>
          </a:xfrm>
        </p:grpSpPr>
        <p:sp>
          <p:nvSpPr>
            <p:cNvPr name="Freeform 36" id="36"/>
            <p:cNvSpPr/>
            <p:nvPr/>
          </p:nvSpPr>
          <p:spPr>
            <a:xfrm flipH="false" flipV="false" rot="0">
              <a:off x="0" y="0"/>
              <a:ext cx="4286250" cy="386080"/>
            </a:xfrm>
            <a:custGeom>
              <a:avLst/>
              <a:gdLst/>
              <a:ahLst/>
              <a:cxnLst/>
              <a:rect r="r" b="b" t="t" l="l"/>
              <a:pathLst>
                <a:path h="386080" w="4286250">
                  <a:moveTo>
                    <a:pt x="0" y="0"/>
                  </a:moveTo>
                  <a:lnTo>
                    <a:pt x="4286250" y="0"/>
                  </a:lnTo>
                  <a:lnTo>
                    <a:pt x="4286250" y="386080"/>
                  </a:lnTo>
                  <a:lnTo>
                    <a:pt x="0" y="386080"/>
                  </a:lnTo>
                  <a:lnTo>
                    <a:pt x="0" y="0"/>
                  </a:lnTo>
                  <a:close/>
                </a:path>
              </a:pathLst>
            </a:custGeom>
            <a:blipFill>
              <a:blip r:embed="rId3"/>
              <a:stretch>
                <a:fillRect l="0" t="-2518486" r="-135857" b="0"/>
              </a:stretch>
            </a:blipFill>
          </p:spPr>
        </p:sp>
      </p:grpSp>
      <p:sp>
        <p:nvSpPr>
          <p:cNvPr name="TextBox 37" id="37"/>
          <p:cNvSpPr txBox="true"/>
          <p:nvPr/>
        </p:nvSpPr>
        <p:spPr>
          <a:xfrm rot="0">
            <a:off x="1105376" y="592074"/>
            <a:ext cx="6920817" cy="1164584"/>
          </a:xfrm>
          <a:prstGeom prst="rect">
            <a:avLst/>
          </a:prstGeom>
        </p:spPr>
        <p:txBody>
          <a:bodyPr anchor="t" rtlCol="false" tIns="0" lIns="0" bIns="0" rIns="0">
            <a:spAutoFit/>
          </a:bodyPr>
          <a:lstStyle/>
          <a:p>
            <a:pPr algn="l">
              <a:lnSpc>
                <a:spcPts val="7200"/>
              </a:lnSpc>
            </a:pPr>
            <a:r>
              <a:rPr lang="en-US" sz="6000" b="true">
                <a:solidFill>
                  <a:srgbClr val="000000"/>
                </a:solidFill>
                <a:latin typeface="Trebuchet MS Bold"/>
                <a:ea typeface="Trebuchet MS Bold"/>
                <a:cs typeface="Trebuchet MS Bold"/>
                <a:sym typeface="Trebuchet MS Bold"/>
              </a:rPr>
              <a:t>Future scope</a:t>
            </a:r>
          </a:p>
        </p:txBody>
      </p:sp>
      <p:sp>
        <p:nvSpPr>
          <p:cNvPr name="TextBox 38" id="38"/>
          <p:cNvSpPr txBox="true"/>
          <p:nvPr/>
        </p:nvSpPr>
        <p:spPr>
          <a:xfrm rot="0">
            <a:off x="1028700" y="1747133"/>
            <a:ext cx="10697370" cy="6296025"/>
          </a:xfrm>
          <a:prstGeom prst="rect">
            <a:avLst/>
          </a:prstGeom>
        </p:spPr>
        <p:txBody>
          <a:bodyPr anchor="t" rtlCol="false" tIns="0" lIns="0" bIns="0" rIns="0">
            <a:spAutoFit/>
          </a:bodyPr>
          <a:lstStyle/>
          <a:p>
            <a:pPr algn="l">
              <a:lnSpc>
                <a:spcPts val="4537"/>
              </a:lnSpc>
              <a:spcBef>
                <a:spcPct val="0"/>
              </a:spcBef>
            </a:pPr>
            <a:r>
              <a:rPr lang="en-US" sz="3780" strike="noStrike" u="none">
                <a:solidFill>
                  <a:srgbClr val="000000"/>
                </a:solidFill>
                <a:latin typeface="Trebuchet MS"/>
                <a:ea typeface="Trebuchet MS"/>
                <a:cs typeface="Trebuchet MS"/>
                <a:sym typeface="Trebuchet MS"/>
              </a:rPr>
              <a:t>The project can be extended by: </a:t>
            </a:r>
          </a:p>
          <a:p>
            <a:pPr algn="l" marL="816290" indent="-408145" lvl="1">
              <a:lnSpc>
                <a:spcPts val="4537"/>
              </a:lnSpc>
              <a:spcBef>
                <a:spcPct val="0"/>
              </a:spcBef>
              <a:buFont typeface="Arial"/>
              <a:buChar char="•"/>
            </a:pPr>
            <a:r>
              <a:rPr lang="en-US" sz="3780" strike="noStrike" u="none">
                <a:solidFill>
                  <a:srgbClr val="000000"/>
                </a:solidFill>
                <a:latin typeface="Trebuchet MS"/>
                <a:ea typeface="Trebuchet MS"/>
                <a:cs typeface="Trebuchet MS"/>
                <a:sym typeface="Trebuchet MS"/>
              </a:rPr>
              <a:t>- Adding agricultural data from more years.</a:t>
            </a:r>
          </a:p>
          <a:p>
            <a:pPr algn="l" marL="816290" indent="-408145" lvl="1">
              <a:lnSpc>
                <a:spcPts val="4537"/>
              </a:lnSpc>
              <a:spcBef>
                <a:spcPct val="0"/>
              </a:spcBef>
              <a:buFont typeface="Arial"/>
              <a:buChar char="•"/>
            </a:pPr>
            <a:r>
              <a:rPr lang="en-US" sz="3780" strike="noStrike" u="none">
                <a:solidFill>
                  <a:srgbClr val="000000"/>
                </a:solidFill>
                <a:latin typeface="Trebuchet MS"/>
                <a:ea typeface="Trebuchet MS"/>
                <a:cs typeface="Trebuchet MS"/>
                <a:sym typeface="Trebuchet MS"/>
              </a:rPr>
              <a:t> - Including more detailed weather information.</a:t>
            </a:r>
          </a:p>
          <a:p>
            <a:pPr algn="l" marL="816290" indent="-408145" lvl="1">
              <a:lnSpc>
                <a:spcPts val="4537"/>
              </a:lnSpc>
              <a:spcBef>
                <a:spcPct val="0"/>
              </a:spcBef>
              <a:buFont typeface="Arial"/>
              <a:buChar char="•"/>
            </a:pPr>
            <a:r>
              <a:rPr lang="en-US" sz="3780" strike="noStrike" u="none">
                <a:solidFill>
                  <a:srgbClr val="000000"/>
                </a:solidFill>
                <a:latin typeface="Trebuchet MS"/>
                <a:ea typeface="Trebuchet MS"/>
                <a:cs typeface="Trebuchet MS"/>
                <a:sym typeface="Trebuchet MS"/>
              </a:rPr>
              <a:t> - Adding real-time weather data.</a:t>
            </a:r>
          </a:p>
          <a:p>
            <a:pPr algn="l" marL="816290" indent="-408145" lvl="1">
              <a:lnSpc>
                <a:spcPts val="4537"/>
              </a:lnSpc>
              <a:spcBef>
                <a:spcPct val="0"/>
              </a:spcBef>
              <a:buFont typeface="Arial"/>
              <a:buChar char="•"/>
            </a:pPr>
            <a:r>
              <a:rPr lang="en-US" sz="3780" strike="noStrike" u="none">
                <a:solidFill>
                  <a:srgbClr val="000000"/>
                </a:solidFill>
                <a:latin typeface="Trebuchet MS"/>
                <a:ea typeface="Trebuchet MS"/>
                <a:cs typeface="Trebuchet MS"/>
                <a:sym typeface="Trebuchet MS"/>
              </a:rPr>
              <a:t> - Building crop yield prediction models.</a:t>
            </a:r>
          </a:p>
          <a:p>
            <a:pPr algn="l" marL="816290" indent="-408145" lvl="1">
              <a:lnSpc>
                <a:spcPts val="4537"/>
              </a:lnSpc>
              <a:spcBef>
                <a:spcPct val="0"/>
              </a:spcBef>
              <a:buFont typeface="Arial"/>
              <a:buChar char="•"/>
            </a:pPr>
            <a:r>
              <a:rPr lang="en-US" sz="3780" strike="noStrike" u="none">
                <a:solidFill>
                  <a:srgbClr val="000000"/>
                </a:solidFill>
                <a:latin typeface="Trebuchet MS"/>
                <a:ea typeface="Trebuchet MS"/>
                <a:cs typeface="Trebuchet MS"/>
                <a:sym typeface="Trebuchet MS"/>
              </a:rPr>
              <a:t> - Developing profit prediction models.</a:t>
            </a:r>
          </a:p>
          <a:p>
            <a:pPr algn="l" marL="816290" indent="-408145" lvl="1">
              <a:lnSpc>
                <a:spcPts val="4537"/>
              </a:lnSpc>
              <a:spcBef>
                <a:spcPct val="0"/>
              </a:spcBef>
              <a:buFont typeface="Arial"/>
              <a:buChar char="•"/>
            </a:pPr>
            <a:r>
              <a:rPr lang="en-US" sz="3780" strike="noStrike" u="none">
                <a:solidFill>
                  <a:srgbClr val="000000"/>
                </a:solidFill>
                <a:latin typeface="Trebuchet MS"/>
                <a:ea typeface="Trebuchet MS"/>
                <a:cs typeface="Trebuchet MS"/>
                <a:sym typeface="Trebuchet MS"/>
              </a:rPr>
              <a:t> - Creating an interactive dashboard.</a:t>
            </a:r>
          </a:p>
          <a:p>
            <a:pPr algn="l" marL="816290" indent="-408145" lvl="1">
              <a:lnSpc>
                <a:spcPts val="4537"/>
              </a:lnSpc>
              <a:spcBef>
                <a:spcPct val="0"/>
              </a:spcBef>
              <a:buFont typeface="Arial"/>
              <a:buChar char="•"/>
            </a:pPr>
            <a:r>
              <a:rPr lang="en-US" sz="3780" strike="noStrike" u="none">
                <a:solidFill>
                  <a:srgbClr val="000000"/>
                </a:solidFill>
                <a:latin typeface="Trebuchet MS"/>
                <a:ea typeface="Trebuchet MS"/>
                <a:cs typeface="Trebuchet MS"/>
                <a:sym typeface="Trebuchet MS"/>
              </a:rPr>
              <a:t> - Adding more detailed regional analysis.</a:t>
            </a:r>
          </a:p>
          <a:p>
            <a:pPr algn="l" marL="816290" indent="-408145" lvl="1">
              <a:lnSpc>
                <a:spcPts val="4537"/>
              </a:lnSpc>
              <a:spcBef>
                <a:spcPct val="0"/>
              </a:spcBef>
              <a:buFont typeface="Arial"/>
              <a:buChar char="•"/>
            </a:pPr>
            <a:r>
              <a:rPr lang="en-US" sz="3780" strike="noStrike" u="none">
                <a:solidFill>
                  <a:srgbClr val="000000"/>
                </a:solidFill>
                <a:latin typeface="Trebuchet MS"/>
                <a:ea typeface="Trebuchet MS"/>
                <a:cs typeface="Trebuchet MS"/>
                <a:sym typeface="Trebuchet MS"/>
              </a:rPr>
              <a:t> - Studying disease and pest risk in greater detail.</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0">
            <a:off x="9738484" y="5138738"/>
            <a:ext cx="10464870" cy="0"/>
          </a:xfrm>
          <a:prstGeom prst="line">
            <a:avLst/>
          </a:prstGeom>
          <a:ln cap="rnd" w="9525">
            <a:solidFill>
              <a:srgbClr val="5FCBEF"/>
            </a:solidFill>
            <a:prstDash val="solid"/>
            <a:headEnd type="none" len="sm" w="sm"/>
            <a:tailEnd type="none" len="sm" w="sm"/>
          </a:ln>
        </p:spPr>
      </p:sp>
      <p:sp>
        <p:nvSpPr>
          <p:cNvPr name="AutoShape 3" id="3"/>
          <p:cNvSpPr/>
          <p:nvPr/>
        </p:nvSpPr>
        <p:spPr>
          <a:xfrm rot="8776560">
            <a:off x="10406482" y="7899797"/>
            <a:ext cx="8608171" cy="0"/>
          </a:xfrm>
          <a:prstGeom prst="line">
            <a:avLst/>
          </a:prstGeom>
          <a:ln cap="rnd" w="9525">
            <a:solidFill>
              <a:srgbClr val="5FCBEF"/>
            </a:solidFill>
            <a:prstDash val="solid"/>
            <a:headEnd type="none" len="sm" w="sm"/>
            <a:tailEnd type="none" len="sm" w="sm"/>
          </a:ln>
        </p:spPr>
      </p:sp>
      <p:grpSp>
        <p:nvGrpSpPr>
          <p:cNvPr name="Group 4" id="4"/>
          <p:cNvGrpSpPr/>
          <p:nvPr/>
        </p:nvGrpSpPr>
        <p:grpSpPr>
          <a:xfrm rot="0">
            <a:off x="13772217" y="-12697"/>
            <a:ext cx="4511021" cy="10299697"/>
            <a:chOff x="0" y="0"/>
            <a:chExt cx="6014695" cy="13732929"/>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5FCBEF">
                <a:alpha val="12941"/>
              </a:srgbClr>
            </a:solidFill>
          </p:spPr>
        </p:sp>
      </p:grpSp>
      <p:grpSp>
        <p:nvGrpSpPr>
          <p:cNvPr name="Group 6" id="6"/>
          <p:cNvGrpSpPr/>
          <p:nvPr/>
        </p:nvGrpSpPr>
        <p:grpSpPr>
          <a:xfrm rot="0">
            <a:off x="14405162" y="-12697"/>
            <a:ext cx="3882838" cy="10299697"/>
            <a:chOff x="0" y="0"/>
            <a:chExt cx="5177117" cy="13732929"/>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5FCBEF">
                <a:alpha val="3922"/>
              </a:srgbClr>
            </a:solidFill>
          </p:spPr>
        </p:sp>
      </p:grpSp>
      <p:grpSp>
        <p:nvGrpSpPr>
          <p:cNvPr name="Group 8" id="8"/>
          <p:cNvGrpSpPr/>
          <p:nvPr/>
        </p:nvGrpSpPr>
        <p:grpSpPr>
          <a:xfrm rot="0">
            <a:off x="13398503" y="4572000"/>
            <a:ext cx="4889497" cy="5715000"/>
            <a:chOff x="0" y="0"/>
            <a:chExt cx="6519329"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17B0E4">
                <a:alpha val="43529"/>
              </a:srgbClr>
            </a:solidFill>
          </p:spPr>
        </p:sp>
      </p:grpSp>
      <p:grpSp>
        <p:nvGrpSpPr>
          <p:cNvPr name="Group 10" id="10"/>
          <p:cNvGrpSpPr/>
          <p:nvPr/>
        </p:nvGrpSpPr>
        <p:grpSpPr>
          <a:xfrm rot="0">
            <a:off x="14001750" y="-12697"/>
            <a:ext cx="4281488" cy="10299697"/>
            <a:chOff x="0" y="0"/>
            <a:chExt cx="5708650" cy="13732929"/>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17B0E4">
                <a:alpha val="24706"/>
              </a:srgbClr>
            </a:solidFill>
          </p:spPr>
        </p:sp>
      </p:grpSp>
      <p:grpSp>
        <p:nvGrpSpPr>
          <p:cNvPr name="Group 12" id="12"/>
          <p:cNvGrpSpPr/>
          <p:nvPr/>
        </p:nvGrpSpPr>
        <p:grpSpPr>
          <a:xfrm rot="0">
            <a:off x="16348091" y="-12697"/>
            <a:ext cx="1935137" cy="10299697"/>
            <a:chOff x="0" y="0"/>
            <a:chExt cx="2580183" cy="13732929"/>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2E83C3">
                <a:alpha val="48627"/>
              </a:srgbClr>
            </a:solidFill>
          </p:spPr>
        </p:sp>
      </p:grpSp>
      <p:grpSp>
        <p:nvGrpSpPr>
          <p:cNvPr name="Group 14" id="14"/>
          <p:cNvGrpSpPr/>
          <p:nvPr/>
        </p:nvGrpSpPr>
        <p:grpSpPr>
          <a:xfrm rot="0">
            <a:off x="16408498" y="-12697"/>
            <a:ext cx="1874739" cy="10299697"/>
            <a:chOff x="0" y="0"/>
            <a:chExt cx="2499652" cy="13732929"/>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236292">
                <a:alpha val="63922"/>
              </a:srgbClr>
            </a:solidFill>
          </p:spPr>
        </p:sp>
      </p:grpSp>
      <p:grpSp>
        <p:nvGrpSpPr>
          <p:cNvPr name="Group 16" id="16"/>
          <p:cNvGrpSpPr/>
          <p:nvPr/>
        </p:nvGrpSpPr>
        <p:grpSpPr>
          <a:xfrm rot="0">
            <a:off x="15557497" y="5384797"/>
            <a:ext cx="2725741" cy="4902203"/>
            <a:chOff x="0" y="0"/>
            <a:chExt cx="3634321" cy="6536271"/>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17B0E4">
                <a:alpha val="43529"/>
              </a:srgbClr>
            </a:solidFill>
          </p:spPr>
        </p:sp>
      </p:grpSp>
      <p:grpSp>
        <p:nvGrpSpPr>
          <p:cNvPr name="Group 18" id="18"/>
          <p:cNvGrpSpPr/>
          <p:nvPr/>
        </p:nvGrpSpPr>
        <p:grpSpPr>
          <a:xfrm rot="0">
            <a:off x="0" y="6019800"/>
            <a:ext cx="673103" cy="4267200"/>
            <a:chOff x="0" y="0"/>
            <a:chExt cx="897471"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5FCBEF">
                <a:alpha val="48627"/>
              </a:srgbClr>
            </a:solidFill>
          </p:spPr>
        </p:sp>
      </p:grpSp>
      <p:grpSp>
        <p:nvGrpSpPr>
          <p:cNvPr name="Group 20" id="20"/>
          <p:cNvGrpSpPr/>
          <p:nvPr/>
        </p:nvGrpSpPr>
        <p:grpSpPr>
          <a:xfrm rot="0">
            <a:off x="990590" y="9568358"/>
            <a:ext cx="4114800" cy="547688"/>
            <a:chOff x="0" y="0"/>
            <a:chExt cx="5486400" cy="730250"/>
          </a:xfrm>
        </p:grpSpPr>
        <p:sp>
          <p:nvSpPr>
            <p:cNvPr name="Freeform 21" id="21"/>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2">
                <a:alphaModFix amt="0"/>
              </a:blip>
              <a:stretch>
                <a:fillRect l="0" t="-96391" r="0" b="-96391"/>
              </a:stretch>
            </a:blipFill>
          </p:spPr>
        </p:sp>
        <p:sp>
          <p:nvSpPr>
            <p:cNvPr name="TextBox 22" id="22"/>
            <p:cNvSpPr txBox="true"/>
            <p:nvPr/>
          </p:nvSpPr>
          <p:spPr>
            <a:xfrm>
              <a:off x="0" y="-9525"/>
              <a:ext cx="5486400" cy="739775"/>
            </a:xfrm>
            <a:prstGeom prst="rect">
              <a:avLst/>
            </a:prstGeom>
          </p:spPr>
          <p:txBody>
            <a:bodyPr anchor="ctr" rtlCol="false" tIns="0" lIns="0" bIns="0" rIns="0"/>
            <a:lstStyle/>
            <a:p>
              <a:pPr algn="l">
                <a:lnSpc>
                  <a:spcPts val="1980"/>
                </a:lnSpc>
              </a:pPr>
              <a:r>
                <a:rPr lang="en-US" sz="1650">
                  <a:solidFill>
                    <a:srgbClr val="2E83C3"/>
                  </a:solidFill>
                  <a:latin typeface="Trebuchet MS"/>
                  <a:ea typeface="Trebuchet MS"/>
                  <a:cs typeface="Trebuchet MS"/>
                  <a:sym typeface="Trebuchet MS"/>
                </a:rPr>
                <a:t>9/9/2026</a:t>
              </a:r>
            </a:p>
          </p:txBody>
        </p:sp>
      </p:grpSp>
      <p:grpSp>
        <p:nvGrpSpPr>
          <p:cNvPr name="Group 23" id="23"/>
          <p:cNvGrpSpPr/>
          <p:nvPr/>
        </p:nvGrpSpPr>
        <p:grpSpPr>
          <a:xfrm rot="0">
            <a:off x="2168290" y="9568358"/>
            <a:ext cx="6172200" cy="547688"/>
            <a:chOff x="0" y="0"/>
            <a:chExt cx="8229600" cy="730250"/>
          </a:xfrm>
        </p:grpSpPr>
        <p:sp>
          <p:nvSpPr>
            <p:cNvPr name="Freeform 24" id="24"/>
            <p:cNvSpPr/>
            <p:nvPr/>
          </p:nvSpPr>
          <p:spPr>
            <a:xfrm flipH="false" flipV="false" rot="0">
              <a:off x="0" y="0"/>
              <a:ext cx="8229600" cy="730250"/>
            </a:xfrm>
            <a:custGeom>
              <a:avLst/>
              <a:gdLst/>
              <a:ahLst/>
              <a:cxnLst/>
              <a:rect r="r" b="b" t="t" l="l"/>
              <a:pathLst>
                <a:path h="730250" w="8229600">
                  <a:moveTo>
                    <a:pt x="0" y="0"/>
                  </a:moveTo>
                  <a:lnTo>
                    <a:pt x="8229600" y="0"/>
                  </a:lnTo>
                  <a:lnTo>
                    <a:pt x="8229600" y="730250"/>
                  </a:lnTo>
                  <a:lnTo>
                    <a:pt x="0" y="730250"/>
                  </a:lnTo>
                  <a:close/>
                </a:path>
              </a:pathLst>
            </a:custGeom>
            <a:blipFill>
              <a:blip r:embed="rId2">
                <a:alphaModFix amt="0"/>
              </a:blip>
              <a:stretch>
                <a:fillRect l="0" t="-169587" r="0" b="-169587"/>
              </a:stretch>
            </a:blipFill>
          </p:spPr>
        </p:sp>
        <p:sp>
          <p:nvSpPr>
            <p:cNvPr name="TextBox 25" id="25"/>
            <p:cNvSpPr txBox="true"/>
            <p:nvPr/>
          </p:nvSpPr>
          <p:spPr>
            <a:xfrm>
              <a:off x="0" y="-9525"/>
              <a:ext cx="8229600" cy="739775"/>
            </a:xfrm>
            <a:prstGeom prst="rect">
              <a:avLst/>
            </a:prstGeom>
          </p:spPr>
          <p:txBody>
            <a:bodyPr anchor="ctr" rtlCol="false" tIns="0" lIns="0" bIns="0" rIns="0"/>
            <a:lstStyle/>
            <a:p>
              <a:pPr algn="l">
                <a:lnSpc>
                  <a:spcPts val="1980"/>
                </a:lnSpc>
              </a:pPr>
              <a:r>
                <a:rPr lang="en-US" sz="1650" b="true">
                  <a:solidFill>
                    <a:srgbClr val="2E83C3"/>
                  </a:solidFill>
                  <a:latin typeface="Trebuchet MS Bold"/>
                  <a:ea typeface="Trebuchet MS Bold"/>
                  <a:cs typeface="Trebuchet MS Bold"/>
                  <a:sym typeface="Trebuchet MS Bold"/>
                </a:rPr>
                <a:t>Annual Review</a:t>
              </a:r>
            </a:p>
          </p:txBody>
        </p:sp>
      </p:grpSp>
      <p:grpSp>
        <p:nvGrpSpPr>
          <p:cNvPr name="Group 26" id="26"/>
          <p:cNvGrpSpPr/>
          <p:nvPr/>
        </p:nvGrpSpPr>
        <p:grpSpPr>
          <a:xfrm rot="0">
            <a:off x="13208003" y="9568358"/>
            <a:ext cx="4114800" cy="547688"/>
            <a:chOff x="0" y="0"/>
            <a:chExt cx="5486400" cy="730250"/>
          </a:xfrm>
        </p:grpSpPr>
        <p:sp>
          <p:nvSpPr>
            <p:cNvPr name="Freeform 27" id="27"/>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2">
                <a:alphaModFix amt="0"/>
              </a:blip>
              <a:stretch>
                <a:fillRect l="0" t="-96391" r="0" b="-96391"/>
              </a:stretch>
            </a:blipFill>
          </p:spPr>
        </p:sp>
        <p:sp>
          <p:nvSpPr>
            <p:cNvPr name="TextBox 28" id="28"/>
            <p:cNvSpPr txBox="true"/>
            <p:nvPr/>
          </p:nvSpPr>
          <p:spPr>
            <a:xfrm>
              <a:off x="0" y="-9525"/>
              <a:ext cx="5486400" cy="739775"/>
            </a:xfrm>
            <a:prstGeom prst="rect">
              <a:avLst/>
            </a:prstGeom>
          </p:spPr>
          <p:txBody>
            <a:bodyPr anchor="ctr" rtlCol="false" tIns="0" lIns="0" bIns="0" rIns="0"/>
            <a:lstStyle/>
            <a:p>
              <a:pPr algn="r">
                <a:lnSpc>
                  <a:spcPts val="1980"/>
                </a:lnSpc>
              </a:pPr>
              <a:r>
                <a:rPr lang="en-US" sz="1650">
                  <a:solidFill>
                    <a:srgbClr val="2E946B"/>
                  </a:solidFill>
                  <a:latin typeface="Trebuchet MS"/>
                  <a:ea typeface="Trebuchet MS"/>
                  <a:cs typeface="Trebuchet MS"/>
                  <a:sym typeface="Trebuchet MS"/>
                </a:rPr>
                <a:t>‹#›</a:t>
              </a:r>
            </a:p>
          </p:txBody>
        </p:sp>
      </p:grpSp>
      <p:grpSp>
        <p:nvGrpSpPr>
          <p:cNvPr name="Group 29" id="29"/>
          <p:cNvGrpSpPr/>
          <p:nvPr/>
        </p:nvGrpSpPr>
        <p:grpSpPr>
          <a:xfrm rot="0">
            <a:off x="14031687" y="8045977"/>
            <a:ext cx="685800" cy="685800"/>
            <a:chOff x="0" y="0"/>
            <a:chExt cx="914400" cy="914400"/>
          </a:xfrm>
        </p:grpSpPr>
        <p:sp>
          <p:nvSpPr>
            <p:cNvPr name="Freeform 30" id="30"/>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solidFill>
              <a:srgbClr val="42B051"/>
            </a:solidFill>
          </p:spPr>
        </p:sp>
      </p:grpSp>
      <p:grpSp>
        <p:nvGrpSpPr>
          <p:cNvPr name="Group 31" id="31"/>
          <p:cNvGrpSpPr/>
          <p:nvPr/>
        </p:nvGrpSpPr>
        <p:grpSpPr>
          <a:xfrm rot="0">
            <a:off x="14717487" y="1028700"/>
            <a:ext cx="479622" cy="479622"/>
            <a:chOff x="0" y="0"/>
            <a:chExt cx="639496" cy="639496"/>
          </a:xfrm>
        </p:grpSpPr>
        <p:sp>
          <p:nvSpPr>
            <p:cNvPr name="Freeform 32" id="32"/>
            <p:cNvSpPr/>
            <p:nvPr/>
          </p:nvSpPr>
          <p:spPr>
            <a:xfrm flipH="false" flipV="false" rot="0">
              <a:off x="0" y="0"/>
              <a:ext cx="639445" cy="639445"/>
            </a:xfrm>
            <a:custGeom>
              <a:avLst/>
              <a:gdLst/>
              <a:ahLst/>
              <a:cxnLst/>
              <a:rect r="r" b="b" t="t" l="l"/>
              <a:pathLst>
                <a:path h="639445" w="639445">
                  <a:moveTo>
                    <a:pt x="0" y="0"/>
                  </a:moveTo>
                  <a:lnTo>
                    <a:pt x="639445" y="0"/>
                  </a:lnTo>
                  <a:lnTo>
                    <a:pt x="639445" y="639445"/>
                  </a:lnTo>
                  <a:lnTo>
                    <a:pt x="0" y="639445"/>
                  </a:lnTo>
                  <a:close/>
                </a:path>
              </a:pathLst>
            </a:custGeom>
            <a:solidFill>
              <a:srgbClr val="2E83C3"/>
            </a:solidFill>
          </p:spPr>
        </p:sp>
      </p:grpSp>
      <p:grpSp>
        <p:nvGrpSpPr>
          <p:cNvPr name="Group 33" id="33"/>
          <p:cNvGrpSpPr/>
          <p:nvPr/>
        </p:nvGrpSpPr>
        <p:grpSpPr>
          <a:xfrm rot="0">
            <a:off x="14031687" y="8846610"/>
            <a:ext cx="269967" cy="269967"/>
            <a:chOff x="0" y="0"/>
            <a:chExt cx="359956" cy="359956"/>
          </a:xfrm>
        </p:grpSpPr>
        <p:sp>
          <p:nvSpPr>
            <p:cNvPr name="Freeform 34" id="34"/>
            <p:cNvSpPr/>
            <p:nvPr/>
          </p:nvSpPr>
          <p:spPr>
            <a:xfrm flipH="false" flipV="false" rot="0">
              <a:off x="0" y="0"/>
              <a:ext cx="359918" cy="359918"/>
            </a:xfrm>
            <a:custGeom>
              <a:avLst/>
              <a:gdLst/>
              <a:ahLst/>
              <a:cxnLst/>
              <a:rect r="r" b="b" t="t" l="l"/>
              <a:pathLst>
                <a:path h="359918" w="359918">
                  <a:moveTo>
                    <a:pt x="0" y="0"/>
                  </a:moveTo>
                  <a:lnTo>
                    <a:pt x="359918" y="0"/>
                  </a:lnTo>
                  <a:lnTo>
                    <a:pt x="359918" y="359918"/>
                  </a:lnTo>
                  <a:lnTo>
                    <a:pt x="0" y="359918"/>
                  </a:lnTo>
                  <a:close/>
                </a:path>
              </a:pathLst>
            </a:custGeom>
            <a:solidFill>
              <a:srgbClr val="2E946B"/>
            </a:solidFill>
          </p:spPr>
        </p:sp>
      </p:grpSp>
      <p:grpSp>
        <p:nvGrpSpPr>
          <p:cNvPr name="Group 35" id="35"/>
          <p:cNvGrpSpPr/>
          <p:nvPr/>
        </p:nvGrpSpPr>
        <p:grpSpPr>
          <a:xfrm rot="0">
            <a:off x="1013936" y="9707880"/>
            <a:ext cx="3214688" cy="289560"/>
            <a:chOff x="0" y="0"/>
            <a:chExt cx="4286250" cy="386080"/>
          </a:xfrm>
        </p:grpSpPr>
        <p:sp>
          <p:nvSpPr>
            <p:cNvPr name="Freeform 36" id="36"/>
            <p:cNvSpPr/>
            <p:nvPr/>
          </p:nvSpPr>
          <p:spPr>
            <a:xfrm flipH="false" flipV="false" rot="0">
              <a:off x="0" y="0"/>
              <a:ext cx="4286250" cy="386080"/>
            </a:xfrm>
            <a:custGeom>
              <a:avLst/>
              <a:gdLst/>
              <a:ahLst/>
              <a:cxnLst/>
              <a:rect r="r" b="b" t="t" l="l"/>
              <a:pathLst>
                <a:path h="386080" w="4286250">
                  <a:moveTo>
                    <a:pt x="0" y="0"/>
                  </a:moveTo>
                  <a:lnTo>
                    <a:pt x="4286250" y="0"/>
                  </a:lnTo>
                  <a:lnTo>
                    <a:pt x="4286250" y="386080"/>
                  </a:lnTo>
                  <a:lnTo>
                    <a:pt x="0" y="386080"/>
                  </a:lnTo>
                  <a:lnTo>
                    <a:pt x="0" y="0"/>
                  </a:lnTo>
                  <a:close/>
                </a:path>
              </a:pathLst>
            </a:custGeom>
            <a:blipFill>
              <a:blip r:embed="rId3"/>
              <a:stretch>
                <a:fillRect l="0" t="-2518486" r="-135857" b="0"/>
              </a:stretch>
            </a:blipFill>
          </p:spPr>
        </p:sp>
      </p:grpSp>
      <p:sp>
        <p:nvSpPr>
          <p:cNvPr name="TextBox 37" id="37"/>
          <p:cNvSpPr txBox="true"/>
          <p:nvPr/>
        </p:nvSpPr>
        <p:spPr>
          <a:xfrm rot="0">
            <a:off x="1105376" y="592074"/>
            <a:ext cx="6920817" cy="1164584"/>
          </a:xfrm>
          <a:prstGeom prst="rect">
            <a:avLst/>
          </a:prstGeom>
        </p:spPr>
        <p:txBody>
          <a:bodyPr anchor="t" rtlCol="false" tIns="0" lIns="0" bIns="0" rIns="0">
            <a:spAutoFit/>
          </a:bodyPr>
          <a:lstStyle/>
          <a:p>
            <a:pPr algn="l">
              <a:lnSpc>
                <a:spcPts val="7200"/>
              </a:lnSpc>
            </a:pPr>
            <a:r>
              <a:rPr lang="en-US" sz="6000" b="true">
                <a:solidFill>
                  <a:srgbClr val="000000"/>
                </a:solidFill>
                <a:latin typeface="Trebuchet MS Bold"/>
                <a:ea typeface="Trebuchet MS Bold"/>
                <a:cs typeface="Trebuchet MS Bold"/>
                <a:sym typeface="Trebuchet MS Bold"/>
              </a:rPr>
              <a:t>GitHub Link</a:t>
            </a:r>
          </a:p>
        </p:txBody>
      </p:sp>
      <p:sp>
        <p:nvSpPr>
          <p:cNvPr name="TextBox 38" id="38"/>
          <p:cNvSpPr txBox="true"/>
          <p:nvPr/>
        </p:nvSpPr>
        <p:spPr>
          <a:xfrm rot="0">
            <a:off x="1247775" y="3873182"/>
            <a:ext cx="12179303" cy="2426335"/>
          </a:xfrm>
          <a:prstGeom prst="rect">
            <a:avLst/>
          </a:prstGeom>
        </p:spPr>
        <p:txBody>
          <a:bodyPr anchor="t" rtlCol="false" tIns="0" lIns="0" bIns="0" rIns="0">
            <a:spAutoFit/>
          </a:bodyPr>
          <a:lstStyle/>
          <a:p>
            <a:pPr algn="l">
              <a:lnSpc>
                <a:spcPts val="6439"/>
              </a:lnSpc>
            </a:pPr>
            <a:r>
              <a:rPr lang="en-US" sz="4599" u="sng">
                <a:solidFill>
                  <a:srgbClr val="000000"/>
                </a:solidFill>
                <a:latin typeface="Arimo"/>
                <a:ea typeface="Arimo"/>
                <a:cs typeface="Arimo"/>
                <a:sym typeface="Arimo"/>
                <a:hlinkClick r:id="rId4" tooltip="https://github.com/mahi-verma23/Seasonal_Agriculture_Performance_Analysis_VOIS"/>
              </a:rPr>
              <a:t>https://github.com/mahi-verma23/Seasonal_Agriculture_Performance_Analysis_VOIS</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0">
            <a:off x="9738484" y="5138738"/>
            <a:ext cx="10464870" cy="0"/>
          </a:xfrm>
          <a:prstGeom prst="line">
            <a:avLst/>
          </a:prstGeom>
          <a:ln cap="rnd" w="9525">
            <a:solidFill>
              <a:srgbClr val="5FCBEF"/>
            </a:solidFill>
            <a:prstDash val="solid"/>
            <a:headEnd type="none" len="sm" w="sm"/>
            <a:tailEnd type="none" len="sm" w="sm"/>
          </a:ln>
        </p:spPr>
      </p:sp>
      <p:sp>
        <p:nvSpPr>
          <p:cNvPr name="AutoShape 3" id="3"/>
          <p:cNvSpPr/>
          <p:nvPr/>
        </p:nvSpPr>
        <p:spPr>
          <a:xfrm rot="8776560">
            <a:off x="10406482" y="7899797"/>
            <a:ext cx="8608171" cy="0"/>
          </a:xfrm>
          <a:prstGeom prst="line">
            <a:avLst/>
          </a:prstGeom>
          <a:ln cap="rnd" w="9525">
            <a:solidFill>
              <a:srgbClr val="5FCBEF"/>
            </a:solidFill>
            <a:prstDash val="solid"/>
            <a:headEnd type="none" len="sm" w="sm"/>
            <a:tailEnd type="none" len="sm" w="sm"/>
          </a:ln>
        </p:spPr>
      </p:sp>
      <p:grpSp>
        <p:nvGrpSpPr>
          <p:cNvPr name="Group 4" id="4"/>
          <p:cNvGrpSpPr/>
          <p:nvPr/>
        </p:nvGrpSpPr>
        <p:grpSpPr>
          <a:xfrm rot="0">
            <a:off x="13772217" y="-12697"/>
            <a:ext cx="4511021" cy="10299697"/>
            <a:chOff x="0" y="0"/>
            <a:chExt cx="6014695" cy="13732929"/>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5FCBEF">
                <a:alpha val="12941"/>
              </a:srgbClr>
            </a:solidFill>
          </p:spPr>
        </p:sp>
      </p:grpSp>
      <p:grpSp>
        <p:nvGrpSpPr>
          <p:cNvPr name="Group 6" id="6"/>
          <p:cNvGrpSpPr/>
          <p:nvPr/>
        </p:nvGrpSpPr>
        <p:grpSpPr>
          <a:xfrm rot="0">
            <a:off x="14405162" y="-12697"/>
            <a:ext cx="3882838" cy="10299697"/>
            <a:chOff x="0" y="0"/>
            <a:chExt cx="5177117" cy="13732929"/>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5FCBEF">
                <a:alpha val="3922"/>
              </a:srgbClr>
            </a:solidFill>
          </p:spPr>
        </p:sp>
      </p:grpSp>
      <p:grpSp>
        <p:nvGrpSpPr>
          <p:cNvPr name="Group 8" id="8"/>
          <p:cNvGrpSpPr/>
          <p:nvPr/>
        </p:nvGrpSpPr>
        <p:grpSpPr>
          <a:xfrm rot="0">
            <a:off x="13398503" y="4572000"/>
            <a:ext cx="4889497" cy="5715000"/>
            <a:chOff x="0" y="0"/>
            <a:chExt cx="6519329"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17B0E4">
                <a:alpha val="43529"/>
              </a:srgbClr>
            </a:solidFill>
          </p:spPr>
        </p:sp>
      </p:grpSp>
      <p:grpSp>
        <p:nvGrpSpPr>
          <p:cNvPr name="Group 10" id="10"/>
          <p:cNvGrpSpPr/>
          <p:nvPr/>
        </p:nvGrpSpPr>
        <p:grpSpPr>
          <a:xfrm rot="0">
            <a:off x="14001750" y="-12697"/>
            <a:ext cx="4281488" cy="10299697"/>
            <a:chOff x="0" y="0"/>
            <a:chExt cx="5708650" cy="13732929"/>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17B0E4">
                <a:alpha val="24706"/>
              </a:srgbClr>
            </a:solidFill>
          </p:spPr>
        </p:sp>
      </p:grpSp>
      <p:grpSp>
        <p:nvGrpSpPr>
          <p:cNvPr name="Group 12" id="12"/>
          <p:cNvGrpSpPr/>
          <p:nvPr/>
        </p:nvGrpSpPr>
        <p:grpSpPr>
          <a:xfrm rot="0">
            <a:off x="16348091" y="-12697"/>
            <a:ext cx="1935137" cy="10299697"/>
            <a:chOff x="0" y="0"/>
            <a:chExt cx="2580183" cy="13732929"/>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2E83C3">
                <a:alpha val="48627"/>
              </a:srgbClr>
            </a:solidFill>
          </p:spPr>
        </p:sp>
      </p:grpSp>
      <p:grpSp>
        <p:nvGrpSpPr>
          <p:cNvPr name="Group 14" id="14"/>
          <p:cNvGrpSpPr/>
          <p:nvPr/>
        </p:nvGrpSpPr>
        <p:grpSpPr>
          <a:xfrm rot="0">
            <a:off x="16408498" y="-12697"/>
            <a:ext cx="1874739" cy="10299697"/>
            <a:chOff x="0" y="0"/>
            <a:chExt cx="2499652" cy="13732929"/>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236292">
                <a:alpha val="63922"/>
              </a:srgbClr>
            </a:solidFill>
          </p:spPr>
        </p:sp>
      </p:grpSp>
      <p:grpSp>
        <p:nvGrpSpPr>
          <p:cNvPr name="Group 16" id="16"/>
          <p:cNvGrpSpPr/>
          <p:nvPr/>
        </p:nvGrpSpPr>
        <p:grpSpPr>
          <a:xfrm rot="0">
            <a:off x="15557497" y="5384797"/>
            <a:ext cx="2725741" cy="4902203"/>
            <a:chOff x="0" y="0"/>
            <a:chExt cx="3634321" cy="6536271"/>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17B0E4">
                <a:alpha val="43529"/>
              </a:srgbClr>
            </a:solidFill>
          </p:spPr>
        </p:sp>
      </p:grpSp>
      <p:grpSp>
        <p:nvGrpSpPr>
          <p:cNvPr name="Group 18" id="18"/>
          <p:cNvGrpSpPr/>
          <p:nvPr/>
        </p:nvGrpSpPr>
        <p:grpSpPr>
          <a:xfrm rot="0">
            <a:off x="0" y="6019800"/>
            <a:ext cx="673103" cy="4267200"/>
            <a:chOff x="0" y="0"/>
            <a:chExt cx="897471"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5FCBEF">
                <a:alpha val="48627"/>
              </a:srgbClr>
            </a:solidFill>
          </p:spPr>
        </p:sp>
      </p:grpSp>
      <p:grpSp>
        <p:nvGrpSpPr>
          <p:cNvPr name="Group 20" id="20"/>
          <p:cNvGrpSpPr/>
          <p:nvPr/>
        </p:nvGrpSpPr>
        <p:grpSpPr>
          <a:xfrm rot="0">
            <a:off x="990590" y="9568358"/>
            <a:ext cx="4114800" cy="547688"/>
            <a:chOff x="0" y="0"/>
            <a:chExt cx="5486400" cy="730250"/>
          </a:xfrm>
        </p:grpSpPr>
        <p:sp>
          <p:nvSpPr>
            <p:cNvPr name="Freeform 21" id="21"/>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2">
                <a:alphaModFix amt="0"/>
              </a:blip>
              <a:stretch>
                <a:fillRect l="0" t="-96391" r="0" b="-96391"/>
              </a:stretch>
            </a:blipFill>
          </p:spPr>
        </p:sp>
        <p:sp>
          <p:nvSpPr>
            <p:cNvPr name="TextBox 22" id="22"/>
            <p:cNvSpPr txBox="true"/>
            <p:nvPr/>
          </p:nvSpPr>
          <p:spPr>
            <a:xfrm>
              <a:off x="0" y="-9525"/>
              <a:ext cx="5486400" cy="739775"/>
            </a:xfrm>
            <a:prstGeom prst="rect">
              <a:avLst/>
            </a:prstGeom>
          </p:spPr>
          <p:txBody>
            <a:bodyPr anchor="ctr" rtlCol="false" tIns="0" lIns="0" bIns="0" rIns="0"/>
            <a:lstStyle/>
            <a:p>
              <a:pPr algn="l">
                <a:lnSpc>
                  <a:spcPts val="1980"/>
                </a:lnSpc>
              </a:pPr>
              <a:r>
                <a:rPr lang="en-US" sz="1650">
                  <a:solidFill>
                    <a:srgbClr val="2E83C3"/>
                  </a:solidFill>
                  <a:latin typeface="Trebuchet MS"/>
                  <a:ea typeface="Trebuchet MS"/>
                  <a:cs typeface="Trebuchet MS"/>
                  <a:sym typeface="Trebuchet MS"/>
                </a:rPr>
                <a:t>9/9/2026</a:t>
              </a:r>
            </a:p>
          </p:txBody>
        </p:sp>
      </p:grpSp>
      <p:grpSp>
        <p:nvGrpSpPr>
          <p:cNvPr name="Group 23" id="23"/>
          <p:cNvGrpSpPr/>
          <p:nvPr/>
        </p:nvGrpSpPr>
        <p:grpSpPr>
          <a:xfrm rot="0">
            <a:off x="2168290" y="9568358"/>
            <a:ext cx="6172200" cy="547688"/>
            <a:chOff x="0" y="0"/>
            <a:chExt cx="8229600" cy="730250"/>
          </a:xfrm>
        </p:grpSpPr>
        <p:sp>
          <p:nvSpPr>
            <p:cNvPr name="Freeform 24" id="24"/>
            <p:cNvSpPr/>
            <p:nvPr/>
          </p:nvSpPr>
          <p:spPr>
            <a:xfrm flipH="false" flipV="false" rot="0">
              <a:off x="0" y="0"/>
              <a:ext cx="8229600" cy="730250"/>
            </a:xfrm>
            <a:custGeom>
              <a:avLst/>
              <a:gdLst/>
              <a:ahLst/>
              <a:cxnLst/>
              <a:rect r="r" b="b" t="t" l="l"/>
              <a:pathLst>
                <a:path h="730250" w="8229600">
                  <a:moveTo>
                    <a:pt x="0" y="0"/>
                  </a:moveTo>
                  <a:lnTo>
                    <a:pt x="8229600" y="0"/>
                  </a:lnTo>
                  <a:lnTo>
                    <a:pt x="8229600" y="730250"/>
                  </a:lnTo>
                  <a:lnTo>
                    <a:pt x="0" y="730250"/>
                  </a:lnTo>
                  <a:close/>
                </a:path>
              </a:pathLst>
            </a:custGeom>
            <a:blipFill>
              <a:blip r:embed="rId2">
                <a:alphaModFix amt="0"/>
              </a:blip>
              <a:stretch>
                <a:fillRect l="0" t="-169587" r="0" b="-169587"/>
              </a:stretch>
            </a:blipFill>
          </p:spPr>
        </p:sp>
        <p:sp>
          <p:nvSpPr>
            <p:cNvPr name="TextBox 25" id="25"/>
            <p:cNvSpPr txBox="true"/>
            <p:nvPr/>
          </p:nvSpPr>
          <p:spPr>
            <a:xfrm>
              <a:off x="0" y="-9525"/>
              <a:ext cx="8229600" cy="739775"/>
            </a:xfrm>
            <a:prstGeom prst="rect">
              <a:avLst/>
            </a:prstGeom>
          </p:spPr>
          <p:txBody>
            <a:bodyPr anchor="ctr" rtlCol="false" tIns="0" lIns="0" bIns="0" rIns="0"/>
            <a:lstStyle/>
            <a:p>
              <a:pPr algn="l">
                <a:lnSpc>
                  <a:spcPts val="1980"/>
                </a:lnSpc>
              </a:pPr>
              <a:r>
                <a:rPr lang="en-US" sz="1650" b="true">
                  <a:solidFill>
                    <a:srgbClr val="2E83C3"/>
                  </a:solidFill>
                  <a:latin typeface="Trebuchet MS Bold"/>
                  <a:ea typeface="Trebuchet MS Bold"/>
                  <a:cs typeface="Trebuchet MS Bold"/>
                  <a:sym typeface="Trebuchet MS Bold"/>
                </a:rPr>
                <a:t>Annual Review</a:t>
              </a:r>
            </a:p>
          </p:txBody>
        </p:sp>
      </p:grpSp>
      <p:grpSp>
        <p:nvGrpSpPr>
          <p:cNvPr name="Group 26" id="26"/>
          <p:cNvGrpSpPr/>
          <p:nvPr/>
        </p:nvGrpSpPr>
        <p:grpSpPr>
          <a:xfrm rot="0">
            <a:off x="13208003" y="9568358"/>
            <a:ext cx="4114800" cy="547688"/>
            <a:chOff x="0" y="0"/>
            <a:chExt cx="5486400" cy="730250"/>
          </a:xfrm>
        </p:grpSpPr>
        <p:sp>
          <p:nvSpPr>
            <p:cNvPr name="Freeform 27" id="27"/>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2">
                <a:alphaModFix amt="0"/>
              </a:blip>
              <a:stretch>
                <a:fillRect l="0" t="-96391" r="0" b="-96391"/>
              </a:stretch>
            </a:blipFill>
          </p:spPr>
        </p:sp>
        <p:sp>
          <p:nvSpPr>
            <p:cNvPr name="TextBox 28" id="28"/>
            <p:cNvSpPr txBox="true"/>
            <p:nvPr/>
          </p:nvSpPr>
          <p:spPr>
            <a:xfrm>
              <a:off x="0" y="-9525"/>
              <a:ext cx="5486400" cy="739775"/>
            </a:xfrm>
            <a:prstGeom prst="rect">
              <a:avLst/>
            </a:prstGeom>
          </p:spPr>
          <p:txBody>
            <a:bodyPr anchor="ctr" rtlCol="false" tIns="0" lIns="0" bIns="0" rIns="0"/>
            <a:lstStyle/>
            <a:p>
              <a:pPr algn="r">
                <a:lnSpc>
                  <a:spcPts val="1980"/>
                </a:lnSpc>
              </a:pPr>
              <a:r>
                <a:rPr lang="en-US" sz="1650">
                  <a:solidFill>
                    <a:srgbClr val="2E946B"/>
                  </a:solidFill>
                  <a:latin typeface="Trebuchet MS"/>
                  <a:ea typeface="Trebuchet MS"/>
                  <a:cs typeface="Trebuchet MS"/>
                  <a:sym typeface="Trebuchet MS"/>
                </a:rPr>
                <a:t>‹#›</a:t>
              </a:r>
            </a:p>
          </p:txBody>
        </p:sp>
      </p:grpSp>
      <p:grpSp>
        <p:nvGrpSpPr>
          <p:cNvPr name="Group 29" id="29"/>
          <p:cNvGrpSpPr/>
          <p:nvPr/>
        </p:nvGrpSpPr>
        <p:grpSpPr>
          <a:xfrm rot="0">
            <a:off x="14031687" y="8045977"/>
            <a:ext cx="685800" cy="685800"/>
            <a:chOff x="0" y="0"/>
            <a:chExt cx="914400" cy="914400"/>
          </a:xfrm>
        </p:grpSpPr>
        <p:sp>
          <p:nvSpPr>
            <p:cNvPr name="Freeform 30" id="30"/>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solidFill>
              <a:srgbClr val="42B051"/>
            </a:solidFill>
          </p:spPr>
        </p:sp>
      </p:grpSp>
      <p:grpSp>
        <p:nvGrpSpPr>
          <p:cNvPr name="Group 31" id="31"/>
          <p:cNvGrpSpPr/>
          <p:nvPr/>
        </p:nvGrpSpPr>
        <p:grpSpPr>
          <a:xfrm rot="0">
            <a:off x="15025592" y="788889"/>
            <a:ext cx="479622" cy="479622"/>
            <a:chOff x="0" y="0"/>
            <a:chExt cx="639496" cy="639496"/>
          </a:xfrm>
        </p:grpSpPr>
        <p:sp>
          <p:nvSpPr>
            <p:cNvPr name="Freeform 32" id="32"/>
            <p:cNvSpPr/>
            <p:nvPr/>
          </p:nvSpPr>
          <p:spPr>
            <a:xfrm flipH="false" flipV="false" rot="0">
              <a:off x="0" y="0"/>
              <a:ext cx="639445" cy="639445"/>
            </a:xfrm>
            <a:custGeom>
              <a:avLst/>
              <a:gdLst/>
              <a:ahLst/>
              <a:cxnLst/>
              <a:rect r="r" b="b" t="t" l="l"/>
              <a:pathLst>
                <a:path h="639445" w="639445">
                  <a:moveTo>
                    <a:pt x="0" y="0"/>
                  </a:moveTo>
                  <a:lnTo>
                    <a:pt x="639445" y="0"/>
                  </a:lnTo>
                  <a:lnTo>
                    <a:pt x="639445" y="639445"/>
                  </a:lnTo>
                  <a:lnTo>
                    <a:pt x="0" y="639445"/>
                  </a:lnTo>
                  <a:close/>
                </a:path>
              </a:pathLst>
            </a:custGeom>
            <a:solidFill>
              <a:srgbClr val="2E83C3"/>
            </a:solidFill>
          </p:spPr>
        </p:sp>
      </p:grpSp>
      <p:grpSp>
        <p:nvGrpSpPr>
          <p:cNvPr name="Group 33" id="33"/>
          <p:cNvGrpSpPr/>
          <p:nvPr/>
        </p:nvGrpSpPr>
        <p:grpSpPr>
          <a:xfrm rot="0">
            <a:off x="14031687" y="8846610"/>
            <a:ext cx="269967" cy="269967"/>
            <a:chOff x="0" y="0"/>
            <a:chExt cx="359956" cy="359956"/>
          </a:xfrm>
        </p:grpSpPr>
        <p:sp>
          <p:nvSpPr>
            <p:cNvPr name="Freeform 34" id="34"/>
            <p:cNvSpPr/>
            <p:nvPr/>
          </p:nvSpPr>
          <p:spPr>
            <a:xfrm flipH="false" flipV="false" rot="0">
              <a:off x="0" y="0"/>
              <a:ext cx="359918" cy="359918"/>
            </a:xfrm>
            <a:custGeom>
              <a:avLst/>
              <a:gdLst/>
              <a:ahLst/>
              <a:cxnLst/>
              <a:rect r="r" b="b" t="t" l="l"/>
              <a:pathLst>
                <a:path h="359918" w="359918">
                  <a:moveTo>
                    <a:pt x="0" y="0"/>
                  </a:moveTo>
                  <a:lnTo>
                    <a:pt x="359918" y="0"/>
                  </a:lnTo>
                  <a:lnTo>
                    <a:pt x="359918" y="359918"/>
                  </a:lnTo>
                  <a:lnTo>
                    <a:pt x="0" y="359918"/>
                  </a:lnTo>
                  <a:close/>
                </a:path>
              </a:pathLst>
            </a:custGeom>
            <a:solidFill>
              <a:srgbClr val="2E946B"/>
            </a:solidFill>
          </p:spPr>
        </p:sp>
      </p:grpSp>
      <p:grpSp>
        <p:nvGrpSpPr>
          <p:cNvPr name="Group 35" id="35"/>
          <p:cNvGrpSpPr/>
          <p:nvPr/>
        </p:nvGrpSpPr>
        <p:grpSpPr>
          <a:xfrm rot="0">
            <a:off x="1013936" y="9707880"/>
            <a:ext cx="3214688" cy="289560"/>
            <a:chOff x="0" y="0"/>
            <a:chExt cx="4286250" cy="386080"/>
          </a:xfrm>
        </p:grpSpPr>
        <p:sp>
          <p:nvSpPr>
            <p:cNvPr name="Freeform 36" id="36"/>
            <p:cNvSpPr/>
            <p:nvPr/>
          </p:nvSpPr>
          <p:spPr>
            <a:xfrm flipH="false" flipV="false" rot="0">
              <a:off x="0" y="0"/>
              <a:ext cx="4286250" cy="386080"/>
            </a:xfrm>
            <a:custGeom>
              <a:avLst/>
              <a:gdLst/>
              <a:ahLst/>
              <a:cxnLst/>
              <a:rect r="r" b="b" t="t" l="l"/>
              <a:pathLst>
                <a:path h="386080" w="4286250">
                  <a:moveTo>
                    <a:pt x="0" y="0"/>
                  </a:moveTo>
                  <a:lnTo>
                    <a:pt x="4286250" y="0"/>
                  </a:lnTo>
                  <a:lnTo>
                    <a:pt x="4286250" y="386080"/>
                  </a:lnTo>
                  <a:lnTo>
                    <a:pt x="0" y="386080"/>
                  </a:lnTo>
                  <a:lnTo>
                    <a:pt x="0" y="0"/>
                  </a:lnTo>
                  <a:close/>
                </a:path>
              </a:pathLst>
            </a:custGeom>
            <a:blipFill>
              <a:blip r:embed="rId3"/>
              <a:stretch>
                <a:fillRect l="0" t="-2518486" r="-135857" b="0"/>
              </a:stretch>
            </a:blipFill>
          </p:spPr>
        </p:sp>
      </p:grpSp>
      <p:sp>
        <p:nvSpPr>
          <p:cNvPr name="TextBox 37" id="37"/>
          <p:cNvSpPr txBox="true"/>
          <p:nvPr/>
        </p:nvSpPr>
        <p:spPr>
          <a:xfrm rot="0">
            <a:off x="1105376" y="592074"/>
            <a:ext cx="12344200" cy="1245070"/>
          </a:xfrm>
          <a:prstGeom prst="rect">
            <a:avLst/>
          </a:prstGeom>
        </p:spPr>
        <p:txBody>
          <a:bodyPr anchor="t" rtlCol="false" tIns="0" lIns="0" bIns="0" rIns="0">
            <a:spAutoFit/>
          </a:bodyPr>
          <a:lstStyle/>
          <a:p>
            <a:pPr algn="l">
              <a:lnSpc>
                <a:spcPts val="5184"/>
              </a:lnSpc>
            </a:pPr>
            <a:r>
              <a:rPr lang="en-US" sz="4320" b="true">
                <a:solidFill>
                  <a:srgbClr val="000000"/>
                </a:solidFill>
                <a:latin typeface="Trebuchet MS Bold"/>
                <a:ea typeface="Trebuchet MS Bold"/>
                <a:cs typeface="Trebuchet MS Bold"/>
                <a:sym typeface="Trebuchet MS Bold"/>
              </a:rPr>
              <a:t>VOIS Course completion certificate - </a:t>
            </a:r>
          </a:p>
          <a:p>
            <a:pPr algn="l">
              <a:lnSpc>
                <a:spcPts val="5184"/>
              </a:lnSpc>
            </a:pPr>
            <a:r>
              <a:rPr lang="en-US" sz="4320" b="true">
                <a:solidFill>
                  <a:srgbClr val="000000"/>
                </a:solidFill>
                <a:latin typeface="Trebuchet MS Bold"/>
                <a:ea typeface="Trebuchet MS Bold"/>
                <a:cs typeface="Trebuchet MS Bold"/>
                <a:sym typeface="Trebuchet MS Bold"/>
              </a:rPr>
              <a:t>Course name- Data Visualization </a:t>
            </a:r>
          </a:p>
        </p:txBody>
      </p:sp>
      <p:grpSp>
        <p:nvGrpSpPr>
          <p:cNvPr name="Group 38" id="38"/>
          <p:cNvGrpSpPr/>
          <p:nvPr/>
        </p:nvGrpSpPr>
        <p:grpSpPr>
          <a:xfrm rot="0">
            <a:off x="2136748" y="2572485"/>
            <a:ext cx="10281457" cy="7269717"/>
            <a:chOff x="0" y="0"/>
            <a:chExt cx="14256004" cy="10080003"/>
          </a:xfrm>
        </p:grpSpPr>
        <p:sp>
          <p:nvSpPr>
            <p:cNvPr name="Freeform 39" id="39"/>
            <p:cNvSpPr/>
            <p:nvPr/>
          </p:nvSpPr>
          <p:spPr>
            <a:xfrm flipH="false" flipV="false" rot="0">
              <a:off x="0" y="0"/>
              <a:ext cx="14256004" cy="10079990"/>
            </a:xfrm>
            <a:custGeom>
              <a:avLst/>
              <a:gdLst/>
              <a:ahLst/>
              <a:cxnLst/>
              <a:rect r="r" b="b" t="t" l="l"/>
              <a:pathLst>
                <a:path h="10079990" w="14256004">
                  <a:moveTo>
                    <a:pt x="0" y="0"/>
                  </a:moveTo>
                  <a:lnTo>
                    <a:pt x="14256004" y="0"/>
                  </a:lnTo>
                  <a:lnTo>
                    <a:pt x="14256004" y="10079990"/>
                  </a:lnTo>
                  <a:lnTo>
                    <a:pt x="0" y="10079990"/>
                  </a:lnTo>
                  <a:lnTo>
                    <a:pt x="0" y="0"/>
                  </a:lnTo>
                  <a:close/>
                </a:path>
              </a:pathLst>
            </a:custGeom>
            <a:blipFill>
              <a:blip r:embed="rId4"/>
              <a:stretch>
                <a:fillRect l="0" t="0" r="0" b="0"/>
              </a:stretch>
            </a:blipFill>
          </p:spPr>
        </p:sp>
      </p:grpSp>
      <p:grpSp>
        <p:nvGrpSpPr>
          <p:cNvPr name="Group 40" id="40"/>
          <p:cNvGrpSpPr/>
          <p:nvPr/>
        </p:nvGrpSpPr>
        <p:grpSpPr>
          <a:xfrm rot="0">
            <a:off x="2656014" y="8042076"/>
            <a:ext cx="1211615" cy="1211615"/>
            <a:chOff x="0" y="0"/>
            <a:chExt cx="1679994" cy="1679994"/>
          </a:xfrm>
        </p:grpSpPr>
        <p:sp>
          <p:nvSpPr>
            <p:cNvPr name="Freeform 41" id="41"/>
            <p:cNvSpPr/>
            <p:nvPr/>
          </p:nvSpPr>
          <p:spPr>
            <a:xfrm flipH="false" flipV="false" rot="0">
              <a:off x="0" y="0"/>
              <a:ext cx="1679956" cy="1679956"/>
            </a:xfrm>
            <a:custGeom>
              <a:avLst/>
              <a:gdLst/>
              <a:ahLst/>
              <a:cxnLst/>
              <a:rect r="r" b="b" t="t" l="l"/>
              <a:pathLst>
                <a:path h="1679956" w="1679956">
                  <a:moveTo>
                    <a:pt x="0" y="0"/>
                  </a:moveTo>
                  <a:lnTo>
                    <a:pt x="1679956" y="0"/>
                  </a:lnTo>
                  <a:lnTo>
                    <a:pt x="1679956" y="1679956"/>
                  </a:lnTo>
                  <a:lnTo>
                    <a:pt x="0" y="1679956"/>
                  </a:lnTo>
                  <a:lnTo>
                    <a:pt x="0" y="0"/>
                  </a:lnTo>
                  <a:close/>
                </a:path>
              </a:pathLst>
            </a:custGeom>
            <a:blipFill>
              <a:blip r:embed="rId5"/>
              <a:stretch>
                <a:fillRect l="0" t="0" r="-2" b="-2"/>
              </a:stretch>
            </a:blipFill>
          </p:spPr>
        </p:sp>
      </p:grpSp>
      <p:sp>
        <p:nvSpPr>
          <p:cNvPr name="TextBox 42" id="42"/>
          <p:cNvSpPr txBox="true"/>
          <p:nvPr/>
        </p:nvSpPr>
        <p:spPr>
          <a:xfrm rot="0">
            <a:off x="6578460" y="5716835"/>
            <a:ext cx="1538216" cy="533048"/>
          </a:xfrm>
          <a:prstGeom prst="rect">
            <a:avLst/>
          </a:prstGeom>
        </p:spPr>
        <p:txBody>
          <a:bodyPr anchor="t" rtlCol="false" tIns="0" lIns="0" bIns="0" rIns="0">
            <a:spAutoFit/>
          </a:bodyPr>
          <a:lstStyle/>
          <a:p>
            <a:pPr algn="l">
              <a:lnSpc>
                <a:spcPts val="2961"/>
              </a:lnSpc>
            </a:pPr>
            <a:r>
              <a:rPr lang="en-US" b="true" sz="2115">
                <a:solidFill>
                  <a:srgbClr val="EB4048"/>
                </a:solidFill>
                <a:latin typeface="Helvetica World Bold"/>
                <a:ea typeface="Helvetica World Bold"/>
                <a:cs typeface="Helvetica World Bold"/>
                <a:sym typeface="Helvetica World Bold"/>
              </a:rPr>
              <a:t>Mahi Verma</a:t>
            </a:r>
          </a:p>
        </p:txBody>
      </p:sp>
      <p:sp>
        <p:nvSpPr>
          <p:cNvPr name="TextBox 43" id="43"/>
          <p:cNvSpPr txBox="true"/>
          <p:nvPr/>
        </p:nvSpPr>
        <p:spPr>
          <a:xfrm rot="0">
            <a:off x="6392957" y="7005918"/>
            <a:ext cx="1918866" cy="435264"/>
          </a:xfrm>
          <a:prstGeom prst="rect">
            <a:avLst/>
          </a:prstGeom>
        </p:spPr>
        <p:txBody>
          <a:bodyPr anchor="t" rtlCol="false" tIns="0" lIns="0" bIns="0" rIns="0">
            <a:spAutoFit/>
          </a:bodyPr>
          <a:lstStyle/>
          <a:p>
            <a:pPr algn="l">
              <a:lnSpc>
                <a:spcPts val="2423"/>
              </a:lnSpc>
            </a:pPr>
            <a:r>
              <a:rPr lang="en-US" b="true" sz="1730">
                <a:solidFill>
                  <a:srgbClr val="343434"/>
                </a:solidFill>
                <a:latin typeface="Helvetica World Bold"/>
                <a:ea typeface="Helvetica World Bold"/>
                <a:cs typeface="Helvetica World Bold"/>
                <a:sym typeface="Helvetica World Bold"/>
              </a:rPr>
              <a:t>Data Visualization</a:t>
            </a:r>
          </a:p>
        </p:txBody>
      </p:sp>
      <p:sp>
        <p:nvSpPr>
          <p:cNvPr name="TextBox 44" id="44"/>
          <p:cNvSpPr txBox="true"/>
          <p:nvPr/>
        </p:nvSpPr>
        <p:spPr>
          <a:xfrm rot="0">
            <a:off x="7992540" y="7445425"/>
            <a:ext cx="48480" cy="311340"/>
          </a:xfrm>
          <a:prstGeom prst="rect">
            <a:avLst/>
          </a:prstGeom>
        </p:spPr>
        <p:txBody>
          <a:bodyPr anchor="t" rtlCol="false" tIns="0" lIns="0" bIns="0" rIns="0">
            <a:spAutoFit/>
          </a:bodyPr>
          <a:lstStyle/>
          <a:p>
            <a:pPr algn="l">
              <a:lnSpc>
                <a:spcPts val="1884"/>
              </a:lnSpc>
            </a:pPr>
            <a:r>
              <a:rPr lang="en-US" sz="1346">
                <a:solidFill>
                  <a:srgbClr val="343434"/>
                </a:solidFill>
                <a:latin typeface="Helvetica World"/>
                <a:ea typeface="Helvetica World"/>
                <a:cs typeface="Helvetica World"/>
                <a:sym typeface="Helvetica World"/>
              </a:rPr>
              <a:t> </a:t>
            </a:r>
          </a:p>
        </p:txBody>
      </p:sp>
      <p:sp>
        <p:nvSpPr>
          <p:cNvPr name="TextBox 45" id="45"/>
          <p:cNvSpPr txBox="true"/>
          <p:nvPr/>
        </p:nvSpPr>
        <p:spPr>
          <a:xfrm rot="0">
            <a:off x="7156308" y="7445425"/>
            <a:ext cx="1483205" cy="311340"/>
          </a:xfrm>
          <a:prstGeom prst="rect">
            <a:avLst/>
          </a:prstGeom>
        </p:spPr>
        <p:txBody>
          <a:bodyPr anchor="t" rtlCol="false" tIns="0" lIns="0" bIns="0" rIns="0">
            <a:spAutoFit/>
          </a:bodyPr>
          <a:lstStyle/>
          <a:p>
            <a:pPr algn="l">
              <a:lnSpc>
                <a:spcPts val="1884"/>
              </a:lnSpc>
            </a:pPr>
            <a:r>
              <a:rPr lang="en-US" sz="1346">
                <a:solidFill>
                  <a:srgbClr val="343434"/>
                </a:solidFill>
                <a:latin typeface="Helvetica World"/>
                <a:ea typeface="Helvetica World"/>
                <a:cs typeface="Helvetica World"/>
                <a:sym typeface="Helvetica World"/>
              </a:rPr>
              <a:t>September</a:t>
            </a:r>
            <a:r>
              <a:rPr lang="en-US" sz="1346">
                <a:solidFill>
                  <a:srgbClr val="000000"/>
                </a:solidFill>
                <a:latin typeface="Helvetica World"/>
                <a:ea typeface="Helvetica World"/>
                <a:cs typeface="Helvetica World"/>
                <a:sym typeface="Helvetica World"/>
              </a:rPr>
              <a:t> </a:t>
            </a:r>
            <a:r>
              <a:rPr lang="en-US" sz="1346">
                <a:solidFill>
                  <a:srgbClr val="343434"/>
                </a:solidFill>
                <a:latin typeface="Helvetica World"/>
                <a:ea typeface="Helvetica World"/>
                <a:cs typeface="Helvetica World"/>
                <a:sym typeface="Helvetica World"/>
              </a:rPr>
              <a:t>4,</a:t>
            </a:r>
            <a:r>
              <a:rPr lang="en-US" sz="1346">
                <a:solidFill>
                  <a:srgbClr val="000000"/>
                </a:solidFill>
                <a:latin typeface="Helvetica World"/>
                <a:ea typeface="Helvetica World"/>
                <a:cs typeface="Helvetica World"/>
                <a:sym typeface="Helvetica World"/>
              </a:rPr>
              <a:t> </a:t>
            </a:r>
            <a:r>
              <a:rPr lang="en-US" sz="1346">
                <a:solidFill>
                  <a:srgbClr val="343434"/>
                </a:solidFill>
                <a:latin typeface="Helvetica World"/>
                <a:ea typeface="Helvetica World"/>
                <a:cs typeface="Helvetica World"/>
                <a:sym typeface="Helvetica World"/>
              </a:rPr>
              <a:t>2026</a:t>
            </a:r>
          </a:p>
        </p:txBody>
      </p:sp>
      <p:sp>
        <p:nvSpPr>
          <p:cNvPr name="TextBox 46" id="46"/>
          <p:cNvSpPr txBox="true"/>
          <p:nvPr/>
        </p:nvSpPr>
        <p:spPr>
          <a:xfrm rot="0">
            <a:off x="6934847" y="7833137"/>
            <a:ext cx="1454079" cy="311340"/>
          </a:xfrm>
          <a:prstGeom prst="rect">
            <a:avLst/>
          </a:prstGeom>
        </p:spPr>
        <p:txBody>
          <a:bodyPr anchor="t" rtlCol="false" tIns="0" lIns="0" bIns="0" rIns="0">
            <a:spAutoFit/>
          </a:bodyPr>
          <a:lstStyle/>
          <a:p>
            <a:pPr algn="l">
              <a:lnSpc>
                <a:spcPts val="1884"/>
              </a:lnSpc>
            </a:pPr>
            <a:r>
              <a:rPr lang="en-US" sz="1346">
                <a:solidFill>
                  <a:srgbClr val="343434"/>
                </a:solidFill>
                <a:latin typeface="Helvetica World"/>
                <a:ea typeface="Helvetica World"/>
                <a:cs typeface="Helvetica World"/>
                <a:sym typeface="Helvetica World"/>
              </a:rPr>
              <a:t>VFLMS26_163619</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0">
            <a:off x="9738484" y="5138738"/>
            <a:ext cx="10464870" cy="0"/>
          </a:xfrm>
          <a:prstGeom prst="line">
            <a:avLst/>
          </a:prstGeom>
          <a:ln cap="rnd" w="9525">
            <a:solidFill>
              <a:srgbClr val="5FCBEF"/>
            </a:solidFill>
            <a:prstDash val="solid"/>
            <a:headEnd type="none" len="sm" w="sm"/>
            <a:tailEnd type="none" len="sm" w="sm"/>
          </a:ln>
        </p:spPr>
      </p:sp>
      <p:sp>
        <p:nvSpPr>
          <p:cNvPr name="AutoShape 3" id="3"/>
          <p:cNvSpPr/>
          <p:nvPr/>
        </p:nvSpPr>
        <p:spPr>
          <a:xfrm rot="8776560">
            <a:off x="10406482" y="7899797"/>
            <a:ext cx="8608171" cy="0"/>
          </a:xfrm>
          <a:prstGeom prst="line">
            <a:avLst/>
          </a:prstGeom>
          <a:ln cap="rnd" w="9525">
            <a:solidFill>
              <a:srgbClr val="5FCBEF"/>
            </a:solidFill>
            <a:prstDash val="solid"/>
            <a:headEnd type="none" len="sm" w="sm"/>
            <a:tailEnd type="none" len="sm" w="sm"/>
          </a:ln>
        </p:spPr>
      </p:sp>
      <p:grpSp>
        <p:nvGrpSpPr>
          <p:cNvPr name="Group 4" id="4"/>
          <p:cNvGrpSpPr/>
          <p:nvPr/>
        </p:nvGrpSpPr>
        <p:grpSpPr>
          <a:xfrm rot="0">
            <a:off x="13772217" y="-12697"/>
            <a:ext cx="4511021" cy="10299697"/>
            <a:chOff x="0" y="0"/>
            <a:chExt cx="6014695" cy="13732929"/>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5FCBEF">
                <a:alpha val="12941"/>
              </a:srgbClr>
            </a:solidFill>
          </p:spPr>
        </p:sp>
      </p:grpSp>
      <p:grpSp>
        <p:nvGrpSpPr>
          <p:cNvPr name="Group 6" id="6"/>
          <p:cNvGrpSpPr/>
          <p:nvPr/>
        </p:nvGrpSpPr>
        <p:grpSpPr>
          <a:xfrm rot="0">
            <a:off x="14405162" y="-12697"/>
            <a:ext cx="3882838" cy="10299697"/>
            <a:chOff x="0" y="0"/>
            <a:chExt cx="5177117" cy="13732929"/>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5FCBEF">
                <a:alpha val="3922"/>
              </a:srgbClr>
            </a:solidFill>
          </p:spPr>
        </p:sp>
      </p:grpSp>
      <p:grpSp>
        <p:nvGrpSpPr>
          <p:cNvPr name="Group 8" id="8"/>
          <p:cNvGrpSpPr/>
          <p:nvPr/>
        </p:nvGrpSpPr>
        <p:grpSpPr>
          <a:xfrm rot="0">
            <a:off x="13398503" y="4572000"/>
            <a:ext cx="4889497" cy="5715000"/>
            <a:chOff x="0" y="0"/>
            <a:chExt cx="6519329"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17B0E4">
                <a:alpha val="43529"/>
              </a:srgbClr>
            </a:solidFill>
          </p:spPr>
        </p:sp>
      </p:grpSp>
      <p:grpSp>
        <p:nvGrpSpPr>
          <p:cNvPr name="Group 10" id="10"/>
          <p:cNvGrpSpPr/>
          <p:nvPr/>
        </p:nvGrpSpPr>
        <p:grpSpPr>
          <a:xfrm rot="0">
            <a:off x="14001750" y="-12697"/>
            <a:ext cx="4281488" cy="10299697"/>
            <a:chOff x="0" y="0"/>
            <a:chExt cx="5708650" cy="13732929"/>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17B0E4">
                <a:alpha val="24706"/>
              </a:srgbClr>
            </a:solidFill>
          </p:spPr>
        </p:sp>
      </p:grpSp>
      <p:grpSp>
        <p:nvGrpSpPr>
          <p:cNvPr name="Group 12" id="12"/>
          <p:cNvGrpSpPr/>
          <p:nvPr/>
        </p:nvGrpSpPr>
        <p:grpSpPr>
          <a:xfrm rot="0">
            <a:off x="16348091" y="-12697"/>
            <a:ext cx="1935137" cy="10299697"/>
            <a:chOff x="0" y="0"/>
            <a:chExt cx="2580183" cy="13732929"/>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2E83C3">
                <a:alpha val="48627"/>
              </a:srgbClr>
            </a:solidFill>
          </p:spPr>
        </p:sp>
      </p:grpSp>
      <p:grpSp>
        <p:nvGrpSpPr>
          <p:cNvPr name="Group 14" id="14"/>
          <p:cNvGrpSpPr/>
          <p:nvPr/>
        </p:nvGrpSpPr>
        <p:grpSpPr>
          <a:xfrm rot="0">
            <a:off x="16408498" y="-12697"/>
            <a:ext cx="1874739" cy="10299697"/>
            <a:chOff x="0" y="0"/>
            <a:chExt cx="2499652" cy="13732929"/>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236292">
                <a:alpha val="63922"/>
              </a:srgbClr>
            </a:solidFill>
          </p:spPr>
        </p:sp>
      </p:grpSp>
      <p:grpSp>
        <p:nvGrpSpPr>
          <p:cNvPr name="Group 16" id="16"/>
          <p:cNvGrpSpPr/>
          <p:nvPr/>
        </p:nvGrpSpPr>
        <p:grpSpPr>
          <a:xfrm rot="0">
            <a:off x="15557497" y="5384797"/>
            <a:ext cx="2725741" cy="4902203"/>
            <a:chOff x="0" y="0"/>
            <a:chExt cx="3634321" cy="6536271"/>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17B0E4">
                <a:alpha val="43529"/>
              </a:srgbClr>
            </a:solidFill>
          </p:spPr>
        </p:sp>
      </p:grpSp>
      <p:grpSp>
        <p:nvGrpSpPr>
          <p:cNvPr name="Group 18" id="18"/>
          <p:cNvGrpSpPr/>
          <p:nvPr/>
        </p:nvGrpSpPr>
        <p:grpSpPr>
          <a:xfrm rot="0">
            <a:off x="0" y="6019800"/>
            <a:ext cx="673103" cy="4267200"/>
            <a:chOff x="0" y="0"/>
            <a:chExt cx="897471"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5FCBEF">
                <a:alpha val="48627"/>
              </a:srgbClr>
            </a:solidFill>
          </p:spPr>
        </p:sp>
      </p:grpSp>
      <p:grpSp>
        <p:nvGrpSpPr>
          <p:cNvPr name="Group 20" id="20"/>
          <p:cNvGrpSpPr/>
          <p:nvPr/>
        </p:nvGrpSpPr>
        <p:grpSpPr>
          <a:xfrm rot="0">
            <a:off x="990590" y="9568358"/>
            <a:ext cx="4114800" cy="547688"/>
            <a:chOff x="0" y="0"/>
            <a:chExt cx="5486400" cy="730250"/>
          </a:xfrm>
        </p:grpSpPr>
        <p:sp>
          <p:nvSpPr>
            <p:cNvPr name="Freeform 21" id="21"/>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2">
                <a:alphaModFix amt="0"/>
              </a:blip>
              <a:stretch>
                <a:fillRect l="0" t="-96391" r="0" b="-96391"/>
              </a:stretch>
            </a:blipFill>
          </p:spPr>
        </p:sp>
        <p:sp>
          <p:nvSpPr>
            <p:cNvPr name="TextBox 22" id="22"/>
            <p:cNvSpPr txBox="true"/>
            <p:nvPr/>
          </p:nvSpPr>
          <p:spPr>
            <a:xfrm>
              <a:off x="0" y="-9525"/>
              <a:ext cx="5486400" cy="739775"/>
            </a:xfrm>
            <a:prstGeom prst="rect">
              <a:avLst/>
            </a:prstGeom>
          </p:spPr>
          <p:txBody>
            <a:bodyPr anchor="ctr" rtlCol="false" tIns="0" lIns="0" bIns="0" rIns="0"/>
            <a:lstStyle/>
            <a:p>
              <a:pPr algn="l">
                <a:lnSpc>
                  <a:spcPts val="1980"/>
                </a:lnSpc>
              </a:pPr>
              <a:r>
                <a:rPr lang="en-US" sz="1650">
                  <a:solidFill>
                    <a:srgbClr val="2E83C3"/>
                  </a:solidFill>
                  <a:latin typeface="Trebuchet MS"/>
                  <a:ea typeface="Trebuchet MS"/>
                  <a:cs typeface="Trebuchet MS"/>
                  <a:sym typeface="Trebuchet MS"/>
                </a:rPr>
                <a:t>9/9/2026</a:t>
              </a:r>
            </a:p>
          </p:txBody>
        </p:sp>
      </p:grpSp>
      <p:grpSp>
        <p:nvGrpSpPr>
          <p:cNvPr name="Group 23" id="23"/>
          <p:cNvGrpSpPr/>
          <p:nvPr/>
        </p:nvGrpSpPr>
        <p:grpSpPr>
          <a:xfrm rot="0">
            <a:off x="2168290" y="9568358"/>
            <a:ext cx="6172200" cy="547688"/>
            <a:chOff x="0" y="0"/>
            <a:chExt cx="8229600" cy="730250"/>
          </a:xfrm>
        </p:grpSpPr>
        <p:sp>
          <p:nvSpPr>
            <p:cNvPr name="Freeform 24" id="24"/>
            <p:cNvSpPr/>
            <p:nvPr/>
          </p:nvSpPr>
          <p:spPr>
            <a:xfrm flipH="false" flipV="false" rot="0">
              <a:off x="0" y="0"/>
              <a:ext cx="8229600" cy="730250"/>
            </a:xfrm>
            <a:custGeom>
              <a:avLst/>
              <a:gdLst/>
              <a:ahLst/>
              <a:cxnLst/>
              <a:rect r="r" b="b" t="t" l="l"/>
              <a:pathLst>
                <a:path h="730250" w="8229600">
                  <a:moveTo>
                    <a:pt x="0" y="0"/>
                  </a:moveTo>
                  <a:lnTo>
                    <a:pt x="8229600" y="0"/>
                  </a:lnTo>
                  <a:lnTo>
                    <a:pt x="8229600" y="730250"/>
                  </a:lnTo>
                  <a:lnTo>
                    <a:pt x="0" y="730250"/>
                  </a:lnTo>
                  <a:close/>
                </a:path>
              </a:pathLst>
            </a:custGeom>
            <a:blipFill>
              <a:blip r:embed="rId2">
                <a:alphaModFix amt="0"/>
              </a:blip>
              <a:stretch>
                <a:fillRect l="0" t="-169587" r="0" b="-169587"/>
              </a:stretch>
            </a:blipFill>
          </p:spPr>
        </p:sp>
        <p:sp>
          <p:nvSpPr>
            <p:cNvPr name="TextBox 25" id="25"/>
            <p:cNvSpPr txBox="true"/>
            <p:nvPr/>
          </p:nvSpPr>
          <p:spPr>
            <a:xfrm>
              <a:off x="0" y="-9525"/>
              <a:ext cx="8229600" cy="739775"/>
            </a:xfrm>
            <a:prstGeom prst="rect">
              <a:avLst/>
            </a:prstGeom>
          </p:spPr>
          <p:txBody>
            <a:bodyPr anchor="ctr" rtlCol="false" tIns="0" lIns="0" bIns="0" rIns="0"/>
            <a:lstStyle/>
            <a:p>
              <a:pPr algn="l">
                <a:lnSpc>
                  <a:spcPts val="1980"/>
                </a:lnSpc>
              </a:pPr>
              <a:r>
                <a:rPr lang="en-US" sz="1650" b="true">
                  <a:solidFill>
                    <a:srgbClr val="2E83C3"/>
                  </a:solidFill>
                  <a:latin typeface="Trebuchet MS Bold"/>
                  <a:ea typeface="Trebuchet MS Bold"/>
                  <a:cs typeface="Trebuchet MS Bold"/>
                  <a:sym typeface="Trebuchet MS Bold"/>
                </a:rPr>
                <a:t>Annual Review</a:t>
              </a:r>
            </a:p>
          </p:txBody>
        </p:sp>
      </p:grpSp>
      <p:grpSp>
        <p:nvGrpSpPr>
          <p:cNvPr name="Group 26" id="26"/>
          <p:cNvGrpSpPr/>
          <p:nvPr/>
        </p:nvGrpSpPr>
        <p:grpSpPr>
          <a:xfrm rot="0">
            <a:off x="13208003" y="9568358"/>
            <a:ext cx="4114800" cy="547688"/>
            <a:chOff x="0" y="0"/>
            <a:chExt cx="5486400" cy="730250"/>
          </a:xfrm>
        </p:grpSpPr>
        <p:sp>
          <p:nvSpPr>
            <p:cNvPr name="Freeform 27" id="27"/>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2">
                <a:alphaModFix amt="0"/>
              </a:blip>
              <a:stretch>
                <a:fillRect l="0" t="-96391" r="0" b="-96391"/>
              </a:stretch>
            </a:blipFill>
          </p:spPr>
        </p:sp>
        <p:sp>
          <p:nvSpPr>
            <p:cNvPr name="TextBox 28" id="28"/>
            <p:cNvSpPr txBox="true"/>
            <p:nvPr/>
          </p:nvSpPr>
          <p:spPr>
            <a:xfrm>
              <a:off x="0" y="-9525"/>
              <a:ext cx="5486400" cy="739775"/>
            </a:xfrm>
            <a:prstGeom prst="rect">
              <a:avLst/>
            </a:prstGeom>
          </p:spPr>
          <p:txBody>
            <a:bodyPr anchor="ctr" rtlCol="false" tIns="0" lIns="0" bIns="0" rIns="0"/>
            <a:lstStyle/>
            <a:p>
              <a:pPr algn="r">
                <a:lnSpc>
                  <a:spcPts val="1980"/>
                </a:lnSpc>
              </a:pPr>
              <a:r>
                <a:rPr lang="en-US" sz="1650">
                  <a:solidFill>
                    <a:srgbClr val="2E946B"/>
                  </a:solidFill>
                  <a:latin typeface="Trebuchet MS"/>
                  <a:ea typeface="Trebuchet MS"/>
                  <a:cs typeface="Trebuchet MS"/>
                  <a:sym typeface="Trebuchet MS"/>
                </a:rPr>
                <a:t>‹#›</a:t>
              </a:r>
            </a:p>
          </p:txBody>
        </p:sp>
      </p:grpSp>
      <p:grpSp>
        <p:nvGrpSpPr>
          <p:cNvPr name="Group 29" id="29"/>
          <p:cNvGrpSpPr/>
          <p:nvPr/>
        </p:nvGrpSpPr>
        <p:grpSpPr>
          <a:xfrm rot="0">
            <a:off x="820007" y="5201336"/>
            <a:ext cx="687400" cy="592588"/>
            <a:chOff x="0" y="0"/>
            <a:chExt cx="916534" cy="790118"/>
          </a:xfrm>
        </p:grpSpPr>
        <p:sp>
          <p:nvSpPr>
            <p:cNvPr name="Freeform 30" id="30"/>
            <p:cNvSpPr/>
            <p:nvPr/>
          </p:nvSpPr>
          <p:spPr>
            <a:xfrm flipH="false" flipV="false" rot="0">
              <a:off x="0" y="0"/>
              <a:ext cx="916559" cy="790067"/>
            </a:xfrm>
            <a:custGeom>
              <a:avLst/>
              <a:gdLst/>
              <a:ahLst/>
              <a:cxnLst/>
              <a:rect r="r" b="b" t="t" l="l"/>
              <a:pathLst>
                <a:path h="790067" w="916559">
                  <a:moveTo>
                    <a:pt x="0" y="395097"/>
                  </a:moveTo>
                  <a:lnTo>
                    <a:pt x="197485" y="0"/>
                  </a:lnTo>
                  <a:lnTo>
                    <a:pt x="718947" y="0"/>
                  </a:lnTo>
                  <a:lnTo>
                    <a:pt x="916559" y="395097"/>
                  </a:lnTo>
                  <a:lnTo>
                    <a:pt x="718947" y="790067"/>
                  </a:lnTo>
                  <a:lnTo>
                    <a:pt x="197485" y="790067"/>
                  </a:lnTo>
                  <a:close/>
                </a:path>
              </a:pathLst>
            </a:custGeom>
            <a:solidFill>
              <a:srgbClr val="5FCBEF"/>
            </a:solidFill>
          </p:spPr>
        </p:sp>
      </p:grpSp>
      <p:grpSp>
        <p:nvGrpSpPr>
          <p:cNvPr name="Group 31" id="31"/>
          <p:cNvGrpSpPr/>
          <p:nvPr/>
        </p:nvGrpSpPr>
        <p:grpSpPr>
          <a:xfrm rot="0">
            <a:off x="16670007" y="3592087"/>
            <a:ext cx="537591" cy="463439"/>
            <a:chOff x="0" y="0"/>
            <a:chExt cx="716788" cy="617918"/>
          </a:xfrm>
        </p:grpSpPr>
        <p:sp>
          <p:nvSpPr>
            <p:cNvPr name="Freeform 32" id="32"/>
            <p:cNvSpPr/>
            <p:nvPr/>
          </p:nvSpPr>
          <p:spPr>
            <a:xfrm flipH="false" flipV="false" rot="0">
              <a:off x="0" y="0"/>
              <a:ext cx="716788" cy="617855"/>
            </a:xfrm>
            <a:custGeom>
              <a:avLst/>
              <a:gdLst/>
              <a:ahLst/>
              <a:cxnLst/>
              <a:rect r="r" b="b" t="t" l="l"/>
              <a:pathLst>
                <a:path h="617855" w="716788">
                  <a:moveTo>
                    <a:pt x="0" y="308991"/>
                  </a:moveTo>
                  <a:lnTo>
                    <a:pt x="154432" y="0"/>
                  </a:lnTo>
                  <a:lnTo>
                    <a:pt x="562356" y="0"/>
                  </a:lnTo>
                  <a:lnTo>
                    <a:pt x="716788" y="308991"/>
                  </a:lnTo>
                  <a:lnTo>
                    <a:pt x="562356" y="617855"/>
                  </a:lnTo>
                  <a:lnTo>
                    <a:pt x="154432" y="617855"/>
                  </a:lnTo>
                  <a:close/>
                </a:path>
              </a:pathLst>
            </a:custGeom>
            <a:solidFill>
              <a:srgbClr val="2E83C3"/>
            </a:solidFill>
          </p:spPr>
        </p:sp>
      </p:grpSp>
      <p:grpSp>
        <p:nvGrpSpPr>
          <p:cNvPr name="Group 33" id="33"/>
          <p:cNvGrpSpPr/>
          <p:nvPr/>
        </p:nvGrpSpPr>
        <p:grpSpPr>
          <a:xfrm rot="0">
            <a:off x="16323974" y="3303299"/>
            <a:ext cx="346034" cy="298304"/>
            <a:chOff x="0" y="0"/>
            <a:chExt cx="461378" cy="397739"/>
          </a:xfrm>
        </p:grpSpPr>
        <p:sp>
          <p:nvSpPr>
            <p:cNvPr name="Freeform 34" id="34"/>
            <p:cNvSpPr/>
            <p:nvPr/>
          </p:nvSpPr>
          <p:spPr>
            <a:xfrm flipH="false" flipV="false" rot="0">
              <a:off x="0" y="0"/>
              <a:ext cx="461391" cy="397764"/>
            </a:xfrm>
            <a:custGeom>
              <a:avLst/>
              <a:gdLst/>
              <a:ahLst/>
              <a:cxnLst/>
              <a:rect r="r" b="b" t="t" l="l"/>
              <a:pathLst>
                <a:path h="397764" w="461391">
                  <a:moveTo>
                    <a:pt x="0" y="198882"/>
                  </a:moveTo>
                  <a:lnTo>
                    <a:pt x="99441" y="0"/>
                  </a:lnTo>
                  <a:lnTo>
                    <a:pt x="361950" y="0"/>
                  </a:lnTo>
                  <a:lnTo>
                    <a:pt x="461391" y="198882"/>
                  </a:lnTo>
                  <a:lnTo>
                    <a:pt x="361950" y="397764"/>
                  </a:lnTo>
                  <a:lnTo>
                    <a:pt x="99441" y="397764"/>
                  </a:lnTo>
                  <a:close/>
                </a:path>
              </a:pathLst>
            </a:custGeom>
            <a:solidFill>
              <a:srgbClr val="EBEBEB"/>
            </a:solidFill>
          </p:spPr>
        </p:sp>
      </p:grpSp>
      <p:grpSp>
        <p:nvGrpSpPr>
          <p:cNvPr name="Group 35" id="35"/>
          <p:cNvGrpSpPr/>
          <p:nvPr/>
        </p:nvGrpSpPr>
        <p:grpSpPr>
          <a:xfrm rot="0">
            <a:off x="638999" y="4447461"/>
            <a:ext cx="17010002" cy="1050169"/>
            <a:chOff x="0" y="0"/>
            <a:chExt cx="22680003" cy="1400226"/>
          </a:xfrm>
        </p:grpSpPr>
        <p:sp>
          <p:nvSpPr>
            <p:cNvPr name="Freeform 36" id="36"/>
            <p:cNvSpPr/>
            <p:nvPr/>
          </p:nvSpPr>
          <p:spPr>
            <a:xfrm flipH="false" flipV="false" rot="0">
              <a:off x="0" y="0"/>
              <a:ext cx="22680000" cy="1400228"/>
            </a:xfrm>
            <a:custGeom>
              <a:avLst/>
              <a:gdLst/>
              <a:ahLst/>
              <a:cxnLst/>
              <a:rect r="r" b="b" t="t" l="l"/>
              <a:pathLst>
                <a:path h="1400228" w="22680000">
                  <a:moveTo>
                    <a:pt x="0" y="0"/>
                  </a:moveTo>
                  <a:lnTo>
                    <a:pt x="22680000" y="0"/>
                  </a:lnTo>
                  <a:lnTo>
                    <a:pt x="22680000" y="1400228"/>
                  </a:lnTo>
                  <a:lnTo>
                    <a:pt x="0" y="1400228"/>
                  </a:lnTo>
                  <a:close/>
                </a:path>
              </a:pathLst>
            </a:custGeom>
            <a:blipFill>
              <a:blip r:embed="rId2">
                <a:alphaModFix amt="0"/>
              </a:blip>
              <a:stretch>
                <a:fillRect l="0" t="-265606" r="0" b="-265606"/>
              </a:stretch>
            </a:blipFill>
          </p:spPr>
        </p:sp>
        <p:sp>
          <p:nvSpPr>
            <p:cNvPr name="TextBox 37" id="37"/>
            <p:cNvSpPr txBox="true"/>
            <p:nvPr/>
          </p:nvSpPr>
          <p:spPr>
            <a:xfrm>
              <a:off x="0" y="-9525"/>
              <a:ext cx="22680003" cy="1409751"/>
            </a:xfrm>
            <a:prstGeom prst="rect">
              <a:avLst/>
            </a:prstGeom>
          </p:spPr>
          <p:txBody>
            <a:bodyPr anchor="ctr" rtlCol="false" tIns="0" lIns="0" bIns="0" rIns="0"/>
            <a:lstStyle/>
            <a:p>
              <a:pPr algn="ctr">
                <a:lnSpc>
                  <a:spcPts val="7776"/>
                </a:lnSpc>
              </a:pPr>
              <a:r>
                <a:rPr lang="en-US" sz="6480" b="true">
                  <a:solidFill>
                    <a:srgbClr val="000000"/>
                  </a:solidFill>
                  <a:latin typeface="Trebuchet MS Bold"/>
                  <a:ea typeface="Trebuchet MS Bold"/>
                  <a:cs typeface="Trebuchet MS Bold"/>
                  <a:sym typeface="Trebuchet MS Bold"/>
                </a:rPr>
                <a:t>Thank you</a:t>
              </a:r>
            </a:p>
          </p:txBody>
        </p:sp>
      </p:grpSp>
      <p:sp>
        <p:nvSpPr>
          <p:cNvPr name="TextBox 38" id="38"/>
          <p:cNvSpPr txBox="true"/>
          <p:nvPr/>
        </p:nvSpPr>
        <p:spPr>
          <a:xfrm rot="0">
            <a:off x="5824095" y="7358120"/>
            <a:ext cx="3026664" cy="1581036"/>
          </a:xfrm>
          <a:prstGeom prst="rect">
            <a:avLst/>
          </a:prstGeom>
        </p:spPr>
        <p:txBody>
          <a:bodyPr anchor="t" rtlCol="false" tIns="0" lIns="0" bIns="0" rIns="0">
            <a:spAutoFit/>
          </a:bodyPr>
          <a:lstStyle/>
          <a:p>
            <a:pPr algn="ctr">
              <a:lnSpc>
                <a:spcPts val="2879"/>
              </a:lnSpc>
            </a:pPr>
            <a:r>
              <a:rPr lang="en-US" sz="2400">
                <a:solidFill>
                  <a:srgbClr val="000000"/>
                </a:solidFill>
                <a:latin typeface="Trebuchet MS"/>
                <a:ea typeface="Trebuchet MS"/>
                <a:cs typeface="Trebuchet MS"/>
                <a:sym typeface="Trebuchet MS"/>
              </a:rPr>
              <a:t>.</a:t>
            </a:r>
          </a:p>
        </p:txBody>
      </p:sp>
      <p:sp>
        <p:nvSpPr>
          <p:cNvPr name="TextBox 39" id="39"/>
          <p:cNvSpPr txBox="true"/>
          <p:nvPr/>
        </p:nvSpPr>
        <p:spPr>
          <a:xfrm rot="0">
            <a:off x="12978489" y="6999084"/>
            <a:ext cx="3026664" cy="1581036"/>
          </a:xfrm>
          <a:prstGeom prst="rect">
            <a:avLst/>
          </a:prstGeom>
        </p:spPr>
        <p:txBody>
          <a:bodyPr anchor="t" rtlCol="false" tIns="0" lIns="0" bIns="0" rIns="0">
            <a:spAutoFit/>
          </a:bodyPr>
          <a:lstStyle/>
          <a:p>
            <a:pPr algn="ctr">
              <a:lnSpc>
                <a:spcPts val="2879"/>
              </a:lnSpc>
            </a:pPr>
            <a:r>
              <a:rPr lang="en-US" sz="2400">
                <a:solidFill>
                  <a:srgbClr val="000000"/>
                </a:solidFill>
                <a:latin typeface="Trebuchet MS"/>
                <a:ea typeface="Trebuchet MS"/>
                <a:cs typeface="Trebuchet MS"/>
                <a:sym typeface="Trebuchet MS"/>
              </a:rPr>
              <a:t>.</a:t>
            </a:r>
          </a:p>
        </p:txBody>
      </p:sp>
      <p:grpSp>
        <p:nvGrpSpPr>
          <p:cNvPr name="Group 40" id="40"/>
          <p:cNvGrpSpPr/>
          <p:nvPr/>
        </p:nvGrpSpPr>
        <p:grpSpPr>
          <a:xfrm rot="0">
            <a:off x="1013936" y="9707880"/>
            <a:ext cx="3214688" cy="289560"/>
            <a:chOff x="0" y="0"/>
            <a:chExt cx="4286250" cy="386080"/>
          </a:xfrm>
        </p:grpSpPr>
        <p:sp>
          <p:nvSpPr>
            <p:cNvPr name="Freeform 41" id="41"/>
            <p:cNvSpPr/>
            <p:nvPr/>
          </p:nvSpPr>
          <p:spPr>
            <a:xfrm flipH="false" flipV="false" rot="0">
              <a:off x="0" y="0"/>
              <a:ext cx="4286250" cy="386080"/>
            </a:xfrm>
            <a:custGeom>
              <a:avLst/>
              <a:gdLst/>
              <a:ahLst/>
              <a:cxnLst/>
              <a:rect r="r" b="b" t="t" l="l"/>
              <a:pathLst>
                <a:path h="386080" w="4286250">
                  <a:moveTo>
                    <a:pt x="0" y="0"/>
                  </a:moveTo>
                  <a:lnTo>
                    <a:pt x="4286250" y="0"/>
                  </a:lnTo>
                  <a:lnTo>
                    <a:pt x="4286250" y="386080"/>
                  </a:lnTo>
                  <a:lnTo>
                    <a:pt x="0" y="386080"/>
                  </a:lnTo>
                  <a:lnTo>
                    <a:pt x="0" y="0"/>
                  </a:lnTo>
                  <a:close/>
                </a:path>
              </a:pathLst>
            </a:custGeom>
            <a:blipFill>
              <a:blip r:embed="rId3"/>
              <a:stretch>
                <a:fillRect l="0" t="-2518486" r="-135857" b="0"/>
              </a:stretch>
            </a:blipFill>
          </p:spPr>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DAHUtyU_oko</dc:identifier>
  <dcterms:modified xsi:type="dcterms:W3CDTF">2011-08-01T06:04:30Z</dcterms:modified>
  <cp:revision>1</cp:revision>
  <dc:title>VOIS_Major_Project_PPT_Submission_Template (2).pptx</dc:title>
</cp:coreProperties>
</file>